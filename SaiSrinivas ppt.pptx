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3249" orient="horz"/>
        <p:guide pos="7068"/>
        <p:guide pos="138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 will get only one opportunity to present your Research Question ahead of the submission date.  Have your questions ready, and be ready to take notes on feedback.</a:t>
            </a:r>
            <a:endParaRPr/>
          </a:p>
        </p:txBody>
      </p:sp>
      <p:sp>
        <p:nvSpPr>
          <p:cNvPr id="105" name="Google Shape;10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title">
  <p:cSld name="TITLE">
    <p:bg>
      <p:bgPr>
        <a:solidFill>
          <a:schemeClr val="accent1"/>
        </a:solidFill>
      </p:bgPr>
    </p:bg>
    <p:spTree>
      <p:nvGrpSpPr>
        <p:cNvPr id="14" name="Shape 14"/>
        <p:cNvGrpSpPr/>
        <p:nvPr/>
      </p:nvGrpSpPr>
      <p:grpSpPr>
        <a:xfrm>
          <a:off x="0" y="0"/>
          <a:ext cx="0" cy="0"/>
          <a:chOff x="0" y="0"/>
          <a:chExt cx="0" cy="0"/>
        </a:xfrm>
      </p:grpSpPr>
      <p:sp>
        <p:nvSpPr>
          <p:cNvPr id="15" name="Google Shape;15;p2"/>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lt1"/>
              </a:buClr>
              <a:buSzPts val="7500"/>
              <a:buFont typeface="Arial"/>
              <a:buNone/>
              <a:defRPr b="1" sz="7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954000" y="1890000"/>
            <a:ext cx="10031156"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lt1"/>
              </a:buClr>
              <a:buSzPts val="3600"/>
              <a:buNone/>
              <a:defRPr b="1" sz="3600">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chemeClr val="lt1"/>
                </a:solidFill>
                <a:latin typeface="Arial"/>
                <a:ea typeface="Arial"/>
                <a:cs typeface="Arial"/>
                <a:sym typeface="Arial"/>
              </a:defRPr>
            </a:lvl1pPr>
            <a:lvl2pPr indent="0" lvl="1" marL="0" algn="r">
              <a:spcBef>
                <a:spcPts val="0"/>
              </a:spcBef>
              <a:buNone/>
              <a:defRPr b="1" i="0" sz="1500" u="none" cap="none" strike="noStrike">
                <a:solidFill>
                  <a:schemeClr val="lt1"/>
                </a:solidFill>
                <a:latin typeface="Arial"/>
                <a:ea typeface="Arial"/>
                <a:cs typeface="Arial"/>
                <a:sym typeface="Arial"/>
              </a:defRPr>
            </a:lvl2pPr>
            <a:lvl3pPr indent="0" lvl="2" marL="0" algn="r">
              <a:spcBef>
                <a:spcPts val="0"/>
              </a:spcBef>
              <a:buNone/>
              <a:defRPr b="1" i="0" sz="1500" u="none" cap="none" strike="noStrike">
                <a:solidFill>
                  <a:schemeClr val="lt1"/>
                </a:solidFill>
                <a:latin typeface="Arial"/>
                <a:ea typeface="Arial"/>
                <a:cs typeface="Arial"/>
                <a:sym typeface="Arial"/>
              </a:defRPr>
            </a:lvl3pPr>
            <a:lvl4pPr indent="0" lvl="3" marL="0" algn="r">
              <a:spcBef>
                <a:spcPts val="0"/>
              </a:spcBef>
              <a:buNone/>
              <a:defRPr b="1" i="0" sz="1500" u="none" cap="none" strike="noStrike">
                <a:solidFill>
                  <a:schemeClr val="lt1"/>
                </a:solidFill>
                <a:latin typeface="Arial"/>
                <a:ea typeface="Arial"/>
                <a:cs typeface="Arial"/>
                <a:sym typeface="Arial"/>
              </a:defRPr>
            </a:lvl4pPr>
            <a:lvl5pPr indent="0" lvl="4" marL="0" algn="r">
              <a:spcBef>
                <a:spcPts val="0"/>
              </a:spcBef>
              <a:buNone/>
              <a:defRPr b="1" i="0" sz="1500" u="none" cap="none" strike="noStrike">
                <a:solidFill>
                  <a:schemeClr val="lt1"/>
                </a:solidFill>
                <a:latin typeface="Arial"/>
                <a:ea typeface="Arial"/>
                <a:cs typeface="Arial"/>
                <a:sym typeface="Arial"/>
              </a:defRPr>
            </a:lvl5pPr>
            <a:lvl6pPr indent="0" lvl="5" marL="0" algn="r">
              <a:spcBef>
                <a:spcPts val="0"/>
              </a:spcBef>
              <a:buNone/>
              <a:defRPr b="1" i="0" sz="1500" u="none" cap="none" strike="noStrike">
                <a:solidFill>
                  <a:schemeClr val="lt1"/>
                </a:solidFill>
                <a:latin typeface="Arial"/>
                <a:ea typeface="Arial"/>
                <a:cs typeface="Arial"/>
                <a:sym typeface="Arial"/>
              </a:defRPr>
            </a:lvl6pPr>
            <a:lvl7pPr indent="0" lvl="6" marL="0" algn="r">
              <a:spcBef>
                <a:spcPts val="0"/>
              </a:spcBef>
              <a:buNone/>
              <a:defRPr b="1" i="0" sz="1500" u="none" cap="none" strike="noStrike">
                <a:solidFill>
                  <a:schemeClr val="lt1"/>
                </a:solidFill>
                <a:latin typeface="Arial"/>
                <a:ea typeface="Arial"/>
                <a:cs typeface="Arial"/>
                <a:sym typeface="Arial"/>
              </a:defRPr>
            </a:lvl7pPr>
            <a:lvl8pPr indent="0" lvl="7" marL="0" algn="r">
              <a:spcBef>
                <a:spcPts val="0"/>
              </a:spcBef>
              <a:buNone/>
              <a:defRPr b="1" i="0" sz="1500" u="none" cap="none" strike="noStrike">
                <a:solidFill>
                  <a:schemeClr val="lt1"/>
                </a:solidFill>
                <a:latin typeface="Arial"/>
                <a:ea typeface="Arial"/>
                <a:cs typeface="Arial"/>
                <a:sym typeface="Arial"/>
              </a:defRPr>
            </a:lvl8pPr>
            <a:lvl9pPr indent="0" lvl="8" marL="0" algn="r">
              <a:spcBef>
                <a:spcPts val="0"/>
              </a:spcBef>
              <a:buNone/>
              <a:defRPr b="1" i="0" sz="15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drawing&#10;&#10;Description automatically generated" id="19" name="Google Shape;19;p2"/>
          <p:cNvPicPr preferRelativeResize="0"/>
          <p:nvPr/>
        </p:nvPicPr>
        <p:blipFill rotWithShape="1">
          <a:blip r:embed="rId2">
            <a:alphaModFix/>
          </a:blip>
          <a:srcRect b="0" l="0" r="0" t="0"/>
          <a:stretch/>
        </p:blipFill>
        <p:spPr>
          <a:xfrm>
            <a:off x="954000" y="5511600"/>
            <a:ext cx="2242800" cy="39795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chemeClr val="lt1"/>
        </a:solidFill>
      </p:bgPr>
    </p:bg>
    <p:spTree>
      <p:nvGrpSpPr>
        <p:cNvPr id="20" name="Shape 20"/>
        <p:cNvGrpSpPr/>
        <p:nvPr/>
      </p:nvGrpSpPr>
      <p:grpSpPr>
        <a:xfrm>
          <a:off x="0" y="0"/>
          <a:ext cx="0" cy="0"/>
          <a:chOff x="0" y="0"/>
          <a:chExt cx="0" cy="0"/>
        </a:xfrm>
      </p:grpSpPr>
      <p:sp>
        <p:nvSpPr>
          <p:cNvPr id="21" name="Google Shape;21;p3"/>
          <p:cNvSpPr txBox="1"/>
          <p:nvPr>
            <p:ph idx="1" type="subTitle"/>
          </p:nvPr>
        </p:nvSpPr>
        <p:spPr>
          <a:xfrm>
            <a:off x="954000" y="1890000"/>
            <a:ext cx="7200000" cy="360000"/>
          </a:xfrm>
          <a:prstGeom prst="rect">
            <a:avLst/>
          </a:prstGeom>
          <a:noFill/>
          <a:ln>
            <a:noFill/>
          </a:ln>
        </p:spPr>
        <p:txBody>
          <a:bodyPr anchorCtr="0" anchor="t" bIns="0" lIns="0" spcFirstLastPara="1" rIns="0" wrap="square" tIns="0">
            <a:noAutofit/>
          </a:bodyPr>
          <a:lstStyle>
            <a:lvl1pPr lvl="0" algn="l">
              <a:lnSpc>
                <a:spcPct val="80000"/>
              </a:lnSpc>
              <a:spcBef>
                <a:spcPts val="0"/>
              </a:spcBef>
              <a:spcAft>
                <a:spcPts val="0"/>
              </a:spcAft>
              <a:buClr>
                <a:schemeClr val="dk2"/>
              </a:buClr>
              <a:buSzPts val="3600"/>
              <a:buNone/>
              <a:defRPr b="1" sz="3600">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3"/>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i="0" sz="1500" u="none" cap="none" strike="noStrike">
                <a:solidFill>
                  <a:srgbClr val="8F9898"/>
                </a:solidFill>
                <a:latin typeface="Arial"/>
                <a:ea typeface="Arial"/>
                <a:cs typeface="Arial"/>
                <a:sym typeface="Arial"/>
              </a:defRPr>
            </a:lvl1pPr>
            <a:lvl2pPr indent="0" lvl="1" marL="0" algn="r">
              <a:spcBef>
                <a:spcPts val="0"/>
              </a:spcBef>
              <a:buNone/>
              <a:defRPr b="1" i="0" sz="1500" u="none" cap="none" strike="noStrike">
                <a:solidFill>
                  <a:srgbClr val="8F9898"/>
                </a:solidFill>
                <a:latin typeface="Arial"/>
                <a:ea typeface="Arial"/>
                <a:cs typeface="Arial"/>
                <a:sym typeface="Arial"/>
              </a:defRPr>
            </a:lvl2pPr>
            <a:lvl3pPr indent="0" lvl="2" marL="0" algn="r">
              <a:spcBef>
                <a:spcPts val="0"/>
              </a:spcBef>
              <a:buNone/>
              <a:defRPr b="1" i="0" sz="1500" u="none" cap="none" strike="noStrike">
                <a:solidFill>
                  <a:srgbClr val="8F9898"/>
                </a:solidFill>
                <a:latin typeface="Arial"/>
                <a:ea typeface="Arial"/>
                <a:cs typeface="Arial"/>
                <a:sym typeface="Arial"/>
              </a:defRPr>
            </a:lvl3pPr>
            <a:lvl4pPr indent="0" lvl="3" marL="0" algn="r">
              <a:spcBef>
                <a:spcPts val="0"/>
              </a:spcBef>
              <a:buNone/>
              <a:defRPr b="1" i="0" sz="1500" u="none" cap="none" strike="noStrike">
                <a:solidFill>
                  <a:srgbClr val="8F9898"/>
                </a:solidFill>
                <a:latin typeface="Arial"/>
                <a:ea typeface="Arial"/>
                <a:cs typeface="Arial"/>
                <a:sym typeface="Arial"/>
              </a:defRPr>
            </a:lvl4pPr>
            <a:lvl5pPr indent="0" lvl="4" marL="0" algn="r">
              <a:spcBef>
                <a:spcPts val="0"/>
              </a:spcBef>
              <a:buNone/>
              <a:defRPr b="1" i="0" sz="1500" u="none" cap="none" strike="noStrike">
                <a:solidFill>
                  <a:srgbClr val="8F9898"/>
                </a:solidFill>
                <a:latin typeface="Arial"/>
                <a:ea typeface="Arial"/>
                <a:cs typeface="Arial"/>
                <a:sym typeface="Arial"/>
              </a:defRPr>
            </a:lvl5pPr>
            <a:lvl6pPr indent="0" lvl="5" marL="0" algn="r">
              <a:spcBef>
                <a:spcPts val="0"/>
              </a:spcBef>
              <a:buNone/>
              <a:defRPr b="1" i="0" sz="1500" u="none" cap="none" strike="noStrike">
                <a:solidFill>
                  <a:srgbClr val="8F9898"/>
                </a:solidFill>
                <a:latin typeface="Arial"/>
                <a:ea typeface="Arial"/>
                <a:cs typeface="Arial"/>
                <a:sym typeface="Arial"/>
              </a:defRPr>
            </a:lvl6pPr>
            <a:lvl7pPr indent="0" lvl="6" marL="0" algn="r">
              <a:spcBef>
                <a:spcPts val="0"/>
              </a:spcBef>
              <a:buNone/>
              <a:defRPr b="1" i="0" sz="1500" u="none" cap="none" strike="noStrike">
                <a:solidFill>
                  <a:srgbClr val="8F9898"/>
                </a:solidFill>
                <a:latin typeface="Arial"/>
                <a:ea typeface="Arial"/>
                <a:cs typeface="Arial"/>
                <a:sym typeface="Arial"/>
              </a:defRPr>
            </a:lvl7pPr>
            <a:lvl8pPr indent="0" lvl="7" marL="0" algn="r">
              <a:spcBef>
                <a:spcPts val="0"/>
              </a:spcBef>
              <a:buNone/>
              <a:defRPr b="1" i="0" sz="1500" u="none" cap="none" strike="noStrike">
                <a:solidFill>
                  <a:srgbClr val="8F9898"/>
                </a:solidFill>
                <a:latin typeface="Arial"/>
                <a:ea typeface="Arial"/>
                <a:cs typeface="Arial"/>
                <a:sym typeface="Arial"/>
              </a:defRPr>
            </a:lvl8pPr>
            <a:lvl9pPr indent="0" lvl="8" marL="0" algn="r">
              <a:spcBef>
                <a:spcPts val="0"/>
              </a:spcBef>
              <a:buNone/>
              <a:defRPr b="1" i="0" sz="1500" u="none" cap="none" strike="noStrike">
                <a:solidFill>
                  <a:srgbClr val="8F989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3"/>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lvl1pPr lvl="0" algn="l">
              <a:lnSpc>
                <a:spcPct val="106666"/>
              </a:lnSpc>
              <a:spcBef>
                <a:spcPts val="0"/>
              </a:spcBef>
              <a:spcAft>
                <a:spcPts val="0"/>
              </a:spcAft>
              <a:buClr>
                <a:schemeClr val="dk1"/>
              </a:buClr>
              <a:buSzPts val="7500"/>
              <a:buFont typeface="Arial"/>
              <a:buNone/>
              <a:defRPr b="1" sz="75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1"/>
              </a:solidFill>
              <a:latin typeface="Arial"/>
              <a:ea typeface="Arial"/>
              <a:cs typeface="Arial"/>
              <a:sym typeface="Arial"/>
            </a:endParaRPr>
          </a:p>
        </p:txBody>
      </p:sp>
      <p:pic>
        <p:nvPicPr>
          <p:cNvPr id="26" name="Google Shape;26;p3"/>
          <p:cNvPicPr preferRelativeResize="0"/>
          <p:nvPr/>
        </p:nvPicPr>
        <p:blipFill rotWithShape="1">
          <a:blip r:embed="rId2">
            <a:alphaModFix/>
          </a:blip>
          <a:srcRect b="0" l="0" r="0" t="0"/>
          <a:stretch/>
        </p:blipFill>
        <p:spPr>
          <a:xfrm>
            <a:off x="953998" y="5517266"/>
            <a:ext cx="2244881" cy="39690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descr="University of Hertfordshire logo" id="28" name="Google Shape;28;p4"/>
          <p:cNvPicPr preferRelativeResize="0"/>
          <p:nvPr/>
        </p:nvPicPr>
        <p:blipFill rotWithShape="1">
          <a:blip r:embed="rId3">
            <a:alphaModFix/>
          </a:blip>
          <a:srcRect b="0" l="0" r="0" t="0"/>
          <a:stretch/>
        </p:blipFill>
        <p:spPr>
          <a:xfrm>
            <a:off x="2844000" y="2854800"/>
            <a:ext cx="6501600" cy="115363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type="twoObj">
  <p:cSld name="TWO_OBJECTS">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973668" y="2717444"/>
            <a:ext cx="4903200"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336000" y="2717444"/>
            <a:ext cx="4456800" cy="3175200"/>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5"/>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p15:guide id="1" pos="6805">
          <p15:clr>
            <a:srgbClr val="FBAE40"/>
          </p15:clr>
        </p15:guide>
        <p15:guide id="2" pos="3989">
          <p15:clr>
            <a:srgbClr val="FBAE40"/>
          </p15:clr>
        </p15:guide>
        <p15:guide id="3" pos="370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36" name="Shape 36"/>
        <p:cNvGrpSpPr/>
        <p:nvPr/>
      </p:nvGrpSpPr>
      <p:grpSpPr>
        <a:xfrm>
          <a:off x="0" y="0"/>
          <a:ext cx="0" cy="0"/>
          <a:chOff x="0" y="0"/>
          <a:chExt cx="0" cy="0"/>
        </a:xfrm>
      </p:grpSpPr>
      <p:sp>
        <p:nvSpPr>
          <p:cNvPr id="37" name="Google Shape;37;p6"/>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970139" y="2717600"/>
            <a:ext cx="10251722" cy="3175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6"/>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p:cSld name="Title and Content Large">
    <p:bg>
      <p:bgPr>
        <a:solidFill>
          <a:schemeClr val="lt1"/>
        </a:solidFill>
      </p:bgPr>
    </p:bg>
    <p:spTree>
      <p:nvGrpSpPr>
        <p:cNvPr id="42" name="Shape 42"/>
        <p:cNvGrpSpPr/>
        <p:nvPr/>
      </p:nvGrpSpPr>
      <p:grpSpPr>
        <a:xfrm>
          <a:off x="0" y="0"/>
          <a:ext cx="0" cy="0"/>
          <a:chOff x="0" y="0"/>
          <a:chExt cx="0" cy="0"/>
        </a:xfrm>
      </p:grpSpPr>
      <p:sp>
        <p:nvSpPr>
          <p:cNvPr id="43" name="Google Shape;43;p7"/>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7"/>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Large blue">
  <p:cSld name="Title and Content Large blue">
    <p:bg>
      <p:bgPr>
        <a:solidFill>
          <a:schemeClr val="accent1"/>
        </a:solidFill>
      </p:bgPr>
    </p:bg>
    <p:spTree>
      <p:nvGrpSpPr>
        <p:cNvPr id="47" name="Shape 47"/>
        <p:cNvGrpSpPr/>
        <p:nvPr/>
      </p:nvGrpSpPr>
      <p:grpSpPr>
        <a:xfrm>
          <a:off x="0" y="0"/>
          <a:ext cx="0" cy="0"/>
          <a:chOff x="0" y="0"/>
          <a:chExt cx="0" cy="0"/>
        </a:xfrm>
      </p:grpSpPr>
      <p:sp>
        <p:nvSpPr>
          <p:cNvPr id="48" name="Google Shape;48;p8"/>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8"/>
          <p:cNvSpPr txBox="1"/>
          <p:nvPr>
            <p:ph idx="1" type="body"/>
          </p:nvPr>
        </p:nvSpPr>
        <p:spPr>
          <a:xfrm>
            <a:off x="970139" y="1367692"/>
            <a:ext cx="10251722" cy="4923693"/>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chemeClr val="lt1"/>
              </a:buClr>
              <a:buSzPts val="2400"/>
              <a:buNone/>
              <a:defRPr b="0">
                <a:solidFill>
                  <a:schemeClr val="lt1"/>
                </a:solidFill>
              </a:defRPr>
            </a:lvl1pPr>
            <a:lvl2pPr indent="-228600" lvl="1" marL="914400" algn="l">
              <a:lnSpc>
                <a:spcPct val="120000"/>
              </a:lnSpc>
              <a:spcBef>
                <a:spcPts val="992"/>
              </a:spcBef>
              <a:spcAft>
                <a:spcPts val="0"/>
              </a:spcAft>
              <a:buClr>
                <a:schemeClr val="lt1"/>
              </a:buClr>
              <a:buSzPts val="2400"/>
              <a:buNone/>
              <a:defRPr>
                <a:solidFill>
                  <a:schemeClr val="lt1"/>
                </a:solidFill>
              </a:defRPr>
            </a:lvl2pPr>
            <a:lvl3pPr indent="-381000" lvl="2" marL="1371600" algn="l">
              <a:lnSpc>
                <a:spcPct val="120000"/>
              </a:lnSpc>
              <a:spcBef>
                <a:spcPts val="992"/>
              </a:spcBef>
              <a:spcAft>
                <a:spcPts val="0"/>
              </a:spcAft>
              <a:buClr>
                <a:schemeClr val="lt1"/>
              </a:buClr>
              <a:buSzPts val="2400"/>
              <a:buChar char="■"/>
              <a:defRPr>
                <a:solidFill>
                  <a:schemeClr val="lt1"/>
                </a:solidFill>
              </a:defRPr>
            </a:lvl3pPr>
            <a:lvl4pPr indent="-228600" lvl="3" marL="1828800" algn="l">
              <a:lnSpc>
                <a:spcPct val="120000"/>
              </a:lnSpc>
              <a:spcBef>
                <a:spcPts val="992"/>
              </a:spcBef>
              <a:spcAft>
                <a:spcPts val="0"/>
              </a:spcAft>
              <a:buClr>
                <a:schemeClr val="lt1"/>
              </a:buClr>
              <a:buSzPts val="1800"/>
              <a:buNone/>
              <a:defRPr>
                <a:solidFill>
                  <a:schemeClr val="lt1"/>
                </a:solidFill>
              </a:defRPr>
            </a:lvl4pPr>
            <a:lvl5pPr indent="-228600" lvl="4" marL="2286000" algn="l">
              <a:lnSpc>
                <a:spcPct val="120000"/>
              </a:lnSpc>
              <a:spcBef>
                <a:spcPts val="0"/>
              </a:spcBef>
              <a:spcAft>
                <a:spcPts val="0"/>
              </a:spcAft>
              <a:buClr>
                <a:schemeClr val="lt1"/>
              </a:buClr>
              <a:buSzPts val="1800"/>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8"/>
          <p:cNvSpPr txBox="1"/>
          <p:nvPr>
            <p:ph type="title"/>
          </p:nvPr>
        </p:nvSpPr>
        <p:spPr>
          <a:xfrm>
            <a:off x="954000" y="775255"/>
            <a:ext cx="7361569" cy="36512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 Content">
  <p:cSld name="Title + Image + Content">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7835952" y="2728800"/>
            <a:ext cx="2959200"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9"/>
          <p:cNvSpPr/>
          <p:nvPr>
            <p:ph idx="2" type="pic"/>
          </p:nvPr>
        </p:nvSpPr>
        <p:spPr>
          <a:xfrm>
            <a:off x="954088" y="2728913"/>
            <a:ext cx="6400800" cy="4129087"/>
          </a:xfrm>
          <a:prstGeom prst="rect">
            <a:avLst/>
          </a:prstGeom>
          <a:noFill/>
          <a:ln>
            <a:noFill/>
          </a:ln>
        </p:spPr>
      </p:sp>
      <p:sp>
        <p:nvSpPr>
          <p:cNvPr id="57" name="Google Shape;57;p9"/>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ntent + 2 Images">
  <p:cSld name="Title + Content + 2 Images">
    <p:bg>
      <p:bgPr>
        <a:solidFill>
          <a:schemeClr val="lt1"/>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2" name="Google Shape;62;p10"/>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10"/>
          <p:cNvSpPr txBox="1"/>
          <p:nvPr>
            <p:ph idx="1" type="body"/>
          </p:nvPr>
        </p:nvSpPr>
        <p:spPr>
          <a:xfrm>
            <a:off x="953999"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0"/>
          <p:cNvSpPr txBox="1"/>
          <p:nvPr>
            <p:ph idx="2" type="body"/>
          </p:nvPr>
        </p:nvSpPr>
        <p:spPr>
          <a:xfrm>
            <a:off x="8278804"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3" type="body"/>
          </p:nvPr>
        </p:nvSpPr>
        <p:spPr>
          <a:xfrm>
            <a:off x="4613975" y="2728800"/>
            <a:ext cx="2959199" cy="3164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Image">
  <p:cSld name="Full Bleed Image">
    <p:bg>
      <p:bgPr>
        <a:solidFill>
          <a:schemeClr val="accent1"/>
        </a:solidFill>
      </p:bgPr>
    </p:bg>
    <p:spTree>
      <p:nvGrpSpPr>
        <p:cNvPr id="66" name="Shape 66"/>
        <p:cNvGrpSpPr/>
        <p:nvPr/>
      </p:nvGrpSpPr>
      <p:grpSpPr>
        <a:xfrm>
          <a:off x="0" y="0"/>
          <a:ext cx="0" cy="0"/>
          <a:chOff x="0" y="0"/>
          <a:chExt cx="0" cy="0"/>
        </a:xfrm>
      </p:grpSpPr>
      <p:sp>
        <p:nvSpPr>
          <p:cNvPr id="67" name="Google Shape;67;p11"/>
          <p:cNvSpPr/>
          <p:nvPr>
            <p:ph idx="2" type="pic"/>
          </p:nvPr>
        </p:nvSpPr>
        <p:spPr>
          <a:xfrm>
            <a:off x="0" y="0"/>
            <a:ext cx="12192000" cy="68580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ideo">
  <p:cSld name="1_Video">
    <p:bg>
      <p:bgPr>
        <a:solidFill>
          <a:schemeClr val="accent1"/>
        </a:solidFill>
      </p:bgPr>
    </p:bg>
    <p:spTree>
      <p:nvGrpSpPr>
        <p:cNvPr id="68" name="Shape 68"/>
        <p:cNvGrpSpPr/>
        <p:nvPr/>
      </p:nvGrpSpPr>
      <p:grpSpPr>
        <a:xfrm>
          <a:off x="0" y="0"/>
          <a:ext cx="0" cy="0"/>
          <a:chOff x="0" y="0"/>
          <a:chExt cx="0" cy="0"/>
        </a:xfrm>
      </p:grpSpPr>
      <p:sp>
        <p:nvSpPr>
          <p:cNvPr id="69" name="Google Shape;69;p12"/>
          <p:cNvSpPr/>
          <p:nvPr>
            <p:ph idx="2" type="media"/>
          </p:nvPr>
        </p:nvSpPr>
        <p:spPr>
          <a:xfrm>
            <a:off x="140400" y="140400"/>
            <a:ext cx="11916000" cy="6580800"/>
          </a:xfrm>
          <a:prstGeom prst="rect">
            <a:avLst/>
          </a:prstGeom>
          <a:solidFill>
            <a:schemeClr val="lt1"/>
          </a:solidFill>
          <a:ln>
            <a:noFill/>
          </a:ln>
        </p:spPr>
        <p:txBody>
          <a:bodyPr anchorCtr="0" anchor="t" bIns="0" lIns="0" spcFirstLastPara="1" rIns="0" wrap="square" tIns="0">
            <a:noAutofit/>
          </a:bodyPr>
          <a:lstStyle>
            <a:lvl1pPr lvl="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lvl="1"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lvl="2"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lvl="3"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lvl="4"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and text" showMasterSp="0">
  <p:cSld name="Icons and text">
    <p:bg>
      <p:bgPr>
        <a:solidFill>
          <a:schemeClr val="lt1"/>
        </a:solidFill>
      </p:bgPr>
    </p:bg>
    <p:spTree>
      <p:nvGrpSpPr>
        <p:cNvPr id="70" name="Shape 70"/>
        <p:cNvGrpSpPr/>
        <p:nvPr/>
      </p:nvGrpSpPr>
      <p:grpSpPr>
        <a:xfrm>
          <a:off x="0" y="0"/>
          <a:ext cx="0" cy="0"/>
          <a:chOff x="0" y="0"/>
          <a:chExt cx="0" cy="0"/>
        </a:xfrm>
      </p:grpSpPr>
      <p:sp>
        <p:nvSpPr>
          <p:cNvPr id="71" name="Google Shape;71;p13"/>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13"/>
          <p:cNvSpPr/>
          <p:nvPr/>
        </p:nvSpPr>
        <p:spPr>
          <a:xfrm>
            <a:off x="0" y="0"/>
            <a:ext cx="12192000" cy="140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p13"/>
          <p:cNvSpPr txBox="1"/>
          <p:nvPr>
            <p:ph idx="1" type="body"/>
          </p:nvPr>
        </p:nvSpPr>
        <p:spPr>
          <a:xfrm>
            <a:off x="970139" y="4079342"/>
            <a:ext cx="3144661" cy="2252134"/>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Clr>
                <a:srgbClr val="203232"/>
              </a:buClr>
              <a:buSzPts val="2400"/>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2" type="body"/>
          </p:nvPr>
        </p:nvSpPr>
        <p:spPr>
          <a:xfrm>
            <a:off x="8077200"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3" type="body"/>
          </p:nvPr>
        </p:nvSpPr>
        <p:spPr>
          <a:xfrm>
            <a:off x="4523669" y="4062209"/>
            <a:ext cx="3144661" cy="2252134"/>
          </a:xfrm>
          <a:prstGeom prst="rect">
            <a:avLst/>
          </a:prstGeom>
          <a:noFill/>
          <a:ln>
            <a:noFill/>
          </a:ln>
        </p:spPr>
        <p:txBody>
          <a:bodyPr anchorCtr="0" anchor="t" bIns="0" lIns="0" spcFirstLastPara="1" rIns="0" wrap="square" tIns="0">
            <a:noAutofit/>
          </a:bodyPr>
          <a:lstStyle>
            <a:lvl1pPr indent="-228600" lvl="0" marL="457200" marR="0" algn="l">
              <a:lnSpc>
                <a:spcPct val="120000"/>
              </a:lnSpc>
              <a:spcBef>
                <a:spcPts val="0"/>
              </a:spcBef>
              <a:spcAft>
                <a:spcPts val="0"/>
              </a:spcAft>
              <a:buClr>
                <a:srgbClr val="203232"/>
              </a:buClr>
              <a:buSzPts val="2400"/>
              <a:buFont typeface="Arial"/>
              <a:buNone/>
              <a:defRPr b="0">
                <a:solidFill>
                  <a:srgbClr val="203232"/>
                </a:solidFill>
              </a:defRPr>
            </a:lvl1pPr>
            <a:lvl2pPr indent="-228600" lvl="1" marL="914400" algn="l">
              <a:lnSpc>
                <a:spcPct val="120000"/>
              </a:lnSpc>
              <a:spcBef>
                <a:spcPts val="992"/>
              </a:spcBef>
              <a:spcAft>
                <a:spcPts val="0"/>
              </a:spcAft>
              <a:buClr>
                <a:srgbClr val="203232"/>
              </a:buClr>
              <a:buSzPts val="2400"/>
              <a:buNone/>
              <a:defRPr/>
            </a:lvl2pPr>
            <a:lvl3pPr indent="-381000" lvl="2" marL="1371600" algn="l">
              <a:lnSpc>
                <a:spcPct val="120000"/>
              </a:lnSpc>
              <a:spcBef>
                <a:spcPts val="992"/>
              </a:spcBef>
              <a:spcAft>
                <a:spcPts val="0"/>
              </a:spcAft>
              <a:buClr>
                <a:srgbClr val="203232"/>
              </a:buClr>
              <a:buSzPts val="2400"/>
              <a:buChar char="■"/>
              <a:defRPr/>
            </a:lvl3pPr>
            <a:lvl4pPr indent="-228600" lvl="3" marL="1828800" algn="l">
              <a:lnSpc>
                <a:spcPct val="120000"/>
              </a:lnSpc>
              <a:spcBef>
                <a:spcPts val="992"/>
              </a:spcBef>
              <a:spcAft>
                <a:spcPts val="0"/>
              </a:spcAft>
              <a:buClr>
                <a:srgbClr val="203232"/>
              </a:buClr>
              <a:buSzPts val="1800"/>
              <a:buNone/>
              <a:defRPr/>
            </a:lvl4pPr>
            <a:lvl5pPr indent="-228600" lvl="4" marL="2286000" algn="l">
              <a:lnSpc>
                <a:spcPct val="120000"/>
              </a:lnSpc>
              <a:spcBef>
                <a:spcPts val="0"/>
              </a:spcBef>
              <a:spcAft>
                <a:spcPts val="0"/>
              </a:spcAft>
              <a:buClr>
                <a:schemeClr val="accent4"/>
              </a:buClr>
              <a:buSzPts val="1800"/>
              <a:buNone/>
              <a:defRPr>
                <a:solidFill>
                  <a:schemeClr val="accent4"/>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p:nvPr>
            <p:ph idx="4" type="pic"/>
          </p:nvPr>
        </p:nvSpPr>
        <p:spPr>
          <a:xfrm>
            <a:off x="1462175" y="1640942"/>
            <a:ext cx="2160587" cy="2160588"/>
          </a:xfrm>
          <a:prstGeom prst="rect">
            <a:avLst/>
          </a:prstGeom>
          <a:noFill/>
          <a:ln>
            <a:noFill/>
          </a:ln>
        </p:spPr>
      </p:sp>
      <p:sp>
        <p:nvSpPr>
          <p:cNvPr id="78" name="Google Shape;78;p13"/>
          <p:cNvSpPr/>
          <p:nvPr>
            <p:ph idx="5" type="pic"/>
          </p:nvPr>
        </p:nvSpPr>
        <p:spPr>
          <a:xfrm>
            <a:off x="5015705" y="1640942"/>
            <a:ext cx="2160587" cy="2160588"/>
          </a:xfrm>
          <a:prstGeom prst="rect">
            <a:avLst/>
          </a:prstGeom>
          <a:noFill/>
          <a:ln>
            <a:noFill/>
          </a:ln>
        </p:spPr>
      </p:sp>
      <p:sp>
        <p:nvSpPr>
          <p:cNvPr id="79" name="Google Shape;79;p13"/>
          <p:cNvSpPr/>
          <p:nvPr>
            <p:ph idx="6" type="pic"/>
          </p:nvPr>
        </p:nvSpPr>
        <p:spPr>
          <a:xfrm>
            <a:off x="8569236" y="1640942"/>
            <a:ext cx="2160587" cy="2160588"/>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bg>
      <p:bgPr>
        <a:solidFill>
          <a:schemeClr val="accent1"/>
        </a:solidFill>
      </p:bgPr>
    </p:bg>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954002" y="5511600"/>
            <a:ext cx="2242795" cy="397958"/>
          </a:xfrm>
          <a:prstGeom prst="rect">
            <a:avLst/>
          </a:prstGeom>
          <a:noFill/>
          <a:ln>
            <a:noFill/>
          </a:ln>
        </p:spPr>
      </p:pic>
      <p:sp>
        <p:nvSpPr>
          <p:cNvPr id="82" name="Google Shape;82;p14"/>
          <p:cNvSpPr txBox="1"/>
          <p:nvPr>
            <p:ph type="ctrTitle"/>
          </p:nvPr>
        </p:nvSpPr>
        <p:spPr>
          <a:xfrm>
            <a:off x="926844" y="1964352"/>
            <a:ext cx="11828559" cy="105157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1" type="ftr"/>
          </p:nvPr>
        </p:nvSpPr>
        <p:spPr>
          <a:xfrm>
            <a:off x="965289" y="779733"/>
            <a:ext cx="7176911" cy="230832"/>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2" type="sldNum"/>
          </p:nvPr>
        </p:nvSpPr>
        <p:spPr>
          <a:xfrm>
            <a:off x="10616400" y="779733"/>
            <a:ext cx="622800" cy="230832"/>
          </a:xfrm>
          <a:prstGeom prst="rect">
            <a:avLst/>
          </a:prstGeom>
          <a:noFill/>
          <a:ln>
            <a:noFill/>
          </a:ln>
        </p:spPr>
        <p:txBody>
          <a:bodyPr anchorCtr="0" anchor="t" bIns="0" lIns="0" spcFirstLastPara="1" rIns="0" wrap="square" tIns="0">
            <a:noAutofit/>
          </a:bodyPr>
          <a:lstStyle>
            <a:lvl1pPr indent="0" lvl="0" marL="0" algn="r">
              <a:spcBef>
                <a:spcPts val="0"/>
              </a:spcBef>
              <a:buNone/>
              <a:defRPr b="1" sz="1500">
                <a:solidFill>
                  <a:schemeClr val="lt1"/>
                </a:solidFill>
                <a:latin typeface="Arial"/>
                <a:ea typeface="Arial"/>
                <a:cs typeface="Arial"/>
                <a:sym typeface="Arial"/>
              </a:defRPr>
            </a:lvl1pPr>
            <a:lvl2pPr indent="0" lvl="1" marL="0" algn="r">
              <a:spcBef>
                <a:spcPts val="0"/>
              </a:spcBef>
              <a:buNone/>
              <a:defRPr b="1" sz="1500">
                <a:solidFill>
                  <a:schemeClr val="lt1"/>
                </a:solidFill>
                <a:latin typeface="Arial"/>
                <a:ea typeface="Arial"/>
                <a:cs typeface="Arial"/>
                <a:sym typeface="Arial"/>
              </a:defRPr>
            </a:lvl2pPr>
            <a:lvl3pPr indent="0" lvl="2" marL="0" algn="r">
              <a:spcBef>
                <a:spcPts val="0"/>
              </a:spcBef>
              <a:buNone/>
              <a:defRPr b="1" sz="1500">
                <a:solidFill>
                  <a:schemeClr val="lt1"/>
                </a:solidFill>
                <a:latin typeface="Arial"/>
                <a:ea typeface="Arial"/>
                <a:cs typeface="Arial"/>
                <a:sym typeface="Arial"/>
              </a:defRPr>
            </a:lvl3pPr>
            <a:lvl4pPr indent="0" lvl="3" marL="0" algn="r">
              <a:spcBef>
                <a:spcPts val="0"/>
              </a:spcBef>
              <a:buNone/>
              <a:defRPr b="1" sz="1500">
                <a:solidFill>
                  <a:schemeClr val="lt1"/>
                </a:solidFill>
                <a:latin typeface="Arial"/>
                <a:ea typeface="Arial"/>
                <a:cs typeface="Arial"/>
                <a:sym typeface="Arial"/>
              </a:defRPr>
            </a:lvl4pPr>
            <a:lvl5pPr indent="0" lvl="4" marL="0" algn="r">
              <a:spcBef>
                <a:spcPts val="0"/>
              </a:spcBef>
              <a:buNone/>
              <a:defRPr b="1" sz="1500">
                <a:solidFill>
                  <a:schemeClr val="lt1"/>
                </a:solidFill>
                <a:latin typeface="Arial"/>
                <a:ea typeface="Arial"/>
                <a:cs typeface="Arial"/>
                <a:sym typeface="Arial"/>
              </a:defRPr>
            </a:lvl5pPr>
            <a:lvl6pPr indent="0" lvl="5" marL="0" algn="r">
              <a:spcBef>
                <a:spcPts val="0"/>
              </a:spcBef>
              <a:buNone/>
              <a:defRPr b="1" sz="1500">
                <a:solidFill>
                  <a:schemeClr val="lt1"/>
                </a:solidFill>
                <a:latin typeface="Arial"/>
                <a:ea typeface="Arial"/>
                <a:cs typeface="Arial"/>
                <a:sym typeface="Arial"/>
              </a:defRPr>
            </a:lvl6pPr>
            <a:lvl7pPr indent="0" lvl="6" marL="0" algn="r">
              <a:spcBef>
                <a:spcPts val="0"/>
              </a:spcBef>
              <a:buNone/>
              <a:defRPr b="1" sz="1500">
                <a:solidFill>
                  <a:schemeClr val="lt1"/>
                </a:solidFill>
                <a:latin typeface="Arial"/>
                <a:ea typeface="Arial"/>
                <a:cs typeface="Arial"/>
                <a:sym typeface="Arial"/>
              </a:defRPr>
            </a:lvl7pPr>
            <a:lvl8pPr indent="0" lvl="7" marL="0" algn="r">
              <a:spcBef>
                <a:spcPts val="0"/>
              </a:spcBef>
              <a:buNone/>
              <a:defRPr b="1" sz="1500">
                <a:solidFill>
                  <a:schemeClr val="lt1"/>
                </a:solidFill>
                <a:latin typeface="Arial"/>
                <a:ea typeface="Arial"/>
                <a:cs typeface="Arial"/>
                <a:sym typeface="Arial"/>
              </a:defRPr>
            </a:lvl8pPr>
            <a:lvl9pPr indent="0" lvl="8" marL="0" algn="r">
              <a:spcBef>
                <a:spcPts val="0"/>
              </a:spcBef>
              <a:buNone/>
              <a:defRPr b="1" sz="15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54000" y="1890000"/>
            <a:ext cx="10279150" cy="365125"/>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203232"/>
              </a:buClr>
              <a:buSzPts val="3600"/>
              <a:buFont typeface="Arial"/>
              <a:buNone/>
              <a:defRPr b="1" i="0" sz="3600" u="none" cap="none" strike="noStrik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970139" y="2717600"/>
            <a:ext cx="10279150" cy="3175200"/>
          </a:xfrm>
          <a:prstGeom prst="rect">
            <a:avLst/>
          </a:prstGeom>
          <a:noFill/>
          <a:ln>
            <a:noFill/>
          </a:ln>
        </p:spPr>
        <p:txBody>
          <a:bodyPr anchorCtr="0" anchor="t" bIns="0" lIns="0" spcFirstLastPara="1" rIns="0" wrap="square" tIns="0">
            <a:noAutofit/>
          </a:bodyPr>
          <a:lstStyle>
            <a:lvl1pPr indent="-228600" lvl="0" marL="457200" marR="0" rtl="0" algn="l">
              <a:lnSpc>
                <a:spcPct val="120000"/>
              </a:lnSpc>
              <a:spcBef>
                <a:spcPts val="0"/>
              </a:spcBef>
              <a:spcAft>
                <a:spcPts val="0"/>
              </a:spcAft>
              <a:buClr>
                <a:srgbClr val="203232"/>
              </a:buClr>
              <a:buSzPts val="2400"/>
              <a:buFont typeface="Arial"/>
              <a:buNone/>
              <a:defRPr b="1" i="0" sz="2400" u="none" cap="none" strike="noStrike">
                <a:solidFill>
                  <a:srgbClr val="203232"/>
                </a:solidFill>
                <a:latin typeface="Arial"/>
                <a:ea typeface="Arial"/>
                <a:cs typeface="Arial"/>
                <a:sym typeface="Arial"/>
              </a:defRPr>
            </a:lvl1pPr>
            <a:lvl2pPr indent="-228600" lvl="1" marL="914400" marR="0" rtl="0" algn="l">
              <a:lnSpc>
                <a:spcPct val="120000"/>
              </a:lnSpc>
              <a:spcBef>
                <a:spcPts val="992"/>
              </a:spcBef>
              <a:spcAft>
                <a:spcPts val="0"/>
              </a:spcAft>
              <a:buClr>
                <a:srgbClr val="203232"/>
              </a:buClr>
              <a:buSzPts val="2400"/>
              <a:buFont typeface="Arial"/>
              <a:buNone/>
              <a:defRPr b="0" i="0" sz="2400" u="none" cap="none" strike="noStrike">
                <a:solidFill>
                  <a:srgbClr val="203232"/>
                </a:solidFill>
                <a:latin typeface="Arial"/>
                <a:ea typeface="Arial"/>
                <a:cs typeface="Arial"/>
                <a:sym typeface="Arial"/>
              </a:defRPr>
            </a:lvl2pPr>
            <a:lvl3pPr indent="-381000" lvl="2" marL="1371600" marR="0" rtl="0" algn="l">
              <a:lnSpc>
                <a:spcPct val="120000"/>
              </a:lnSpc>
              <a:spcBef>
                <a:spcPts val="992"/>
              </a:spcBef>
              <a:spcAft>
                <a:spcPts val="0"/>
              </a:spcAft>
              <a:buClr>
                <a:srgbClr val="203232"/>
              </a:buClr>
              <a:buSzPts val="2400"/>
              <a:buFont typeface="Arial"/>
              <a:buChar char="■"/>
              <a:defRPr b="0" i="0" sz="2400" u="none" cap="none" strike="noStrike">
                <a:solidFill>
                  <a:srgbClr val="203232"/>
                </a:solidFill>
                <a:latin typeface="Arial"/>
                <a:ea typeface="Arial"/>
                <a:cs typeface="Arial"/>
                <a:sym typeface="Arial"/>
              </a:defRPr>
            </a:lvl3pPr>
            <a:lvl4pPr indent="-228600" lvl="3" marL="1828800" marR="0" rtl="0" algn="l">
              <a:lnSpc>
                <a:spcPct val="120000"/>
              </a:lnSpc>
              <a:spcBef>
                <a:spcPts val="992"/>
              </a:spcBef>
              <a:spcAft>
                <a:spcPts val="0"/>
              </a:spcAft>
              <a:buClr>
                <a:srgbClr val="203232"/>
              </a:buClr>
              <a:buSzPts val="1800"/>
              <a:buFont typeface="Arial"/>
              <a:buNone/>
              <a:defRPr b="0" i="0" sz="1800" u="none" cap="none" strike="noStrike">
                <a:solidFill>
                  <a:srgbClr val="203232"/>
                </a:solidFill>
                <a:latin typeface="Arial"/>
                <a:ea typeface="Arial"/>
                <a:cs typeface="Arial"/>
                <a:sym typeface="Arial"/>
              </a:defRPr>
            </a:lvl4pPr>
            <a:lvl5pPr indent="-228600" lvl="4" marL="2286000" marR="0" rtl="0" algn="l">
              <a:lnSpc>
                <a:spcPct val="120000"/>
              </a:lnSpc>
              <a:spcBef>
                <a:spcPts val="0"/>
              </a:spcBef>
              <a:spcAft>
                <a:spcPts val="0"/>
              </a:spcAft>
              <a:buClr>
                <a:srgbClr val="203232"/>
              </a:buClr>
              <a:buSzPts val="1800"/>
              <a:buFont typeface="Arial"/>
              <a:buNone/>
              <a:defRPr b="1" i="0" sz="1800" u="none" cap="none" strike="noStrike">
                <a:solidFill>
                  <a:srgbClr val="20323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1" type="ftr"/>
          </p:nvPr>
        </p:nvSpPr>
        <p:spPr>
          <a:xfrm>
            <a:off x="970139" y="775255"/>
            <a:ext cx="7176911" cy="2308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500" u="none" cap="none" strike="noStrike">
                <a:solidFill>
                  <a:srgbClr val="8A8D8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2" type="sldNum"/>
          </p:nvPr>
        </p:nvSpPr>
        <p:spPr>
          <a:xfrm>
            <a:off x="9821333" y="783355"/>
            <a:ext cx="1400528" cy="230832"/>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1" i="0" sz="1500" u="none" cap="none" strike="noStrike">
                <a:solidFill>
                  <a:srgbClr val="8A8D8D"/>
                </a:solidFill>
                <a:latin typeface="Arial"/>
                <a:ea typeface="Arial"/>
                <a:cs typeface="Arial"/>
                <a:sym typeface="Arial"/>
              </a:defRPr>
            </a:lvl1pPr>
            <a:lvl2pPr indent="0" lvl="1" marL="0" marR="0" rtl="0" algn="r">
              <a:spcBef>
                <a:spcPts val="0"/>
              </a:spcBef>
              <a:buNone/>
              <a:defRPr b="1" i="0" sz="1500" u="none" cap="none" strike="noStrike">
                <a:solidFill>
                  <a:srgbClr val="8A8D8D"/>
                </a:solidFill>
                <a:latin typeface="Arial"/>
                <a:ea typeface="Arial"/>
                <a:cs typeface="Arial"/>
                <a:sym typeface="Arial"/>
              </a:defRPr>
            </a:lvl2pPr>
            <a:lvl3pPr indent="0" lvl="2" marL="0" marR="0" rtl="0" algn="r">
              <a:spcBef>
                <a:spcPts val="0"/>
              </a:spcBef>
              <a:buNone/>
              <a:defRPr b="1" i="0" sz="1500" u="none" cap="none" strike="noStrike">
                <a:solidFill>
                  <a:srgbClr val="8A8D8D"/>
                </a:solidFill>
                <a:latin typeface="Arial"/>
                <a:ea typeface="Arial"/>
                <a:cs typeface="Arial"/>
                <a:sym typeface="Arial"/>
              </a:defRPr>
            </a:lvl3pPr>
            <a:lvl4pPr indent="0" lvl="3" marL="0" marR="0" rtl="0" algn="r">
              <a:spcBef>
                <a:spcPts val="0"/>
              </a:spcBef>
              <a:buNone/>
              <a:defRPr b="1" i="0" sz="1500" u="none" cap="none" strike="noStrike">
                <a:solidFill>
                  <a:srgbClr val="8A8D8D"/>
                </a:solidFill>
                <a:latin typeface="Arial"/>
                <a:ea typeface="Arial"/>
                <a:cs typeface="Arial"/>
                <a:sym typeface="Arial"/>
              </a:defRPr>
            </a:lvl4pPr>
            <a:lvl5pPr indent="0" lvl="4" marL="0" marR="0" rtl="0" algn="r">
              <a:spcBef>
                <a:spcPts val="0"/>
              </a:spcBef>
              <a:buNone/>
              <a:defRPr b="1" i="0" sz="1500" u="none" cap="none" strike="noStrike">
                <a:solidFill>
                  <a:srgbClr val="8A8D8D"/>
                </a:solidFill>
                <a:latin typeface="Arial"/>
                <a:ea typeface="Arial"/>
                <a:cs typeface="Arial"/>
                <a:sym typeface="Arial"/>
              </a:defRPr>
            </a:lvl5pPr>
            <a:lvl6pPr indent="0" lvl="5" marL="0" marR="0" rtl="0" algn="r">
              <a:spcBef>
                <a:spcPts val="0"/>
              </a:spcBef>
              <a:buNone/>
              <a:defRPr b="1" i="0" sz="1500" u="none" cap="none" strike="noStrike">
                <a:solidFill>
                  <a:srgbClr val="8A8D8D"/>
                </a:solidFill>
                <a:latin typeface="Arial"/>
                <a:ea typeface="Arial"/>
                <a:cs typeface="Arial"/>
                <a:sym typeface="Arial"/>
              </a:defRPr>
            </a:lvl6pPr>
            <a:lvl7pPr indent="0" lvl="6" marL="0" marR="0" rtl="0" algn="r">
              <a:spcBef>
                <a:spcPts val="0"/>
              </a:spcBef>
              <a:buNone/>
              <a:defRPr b="1" i="0" sz="1500" u="none" cap="none" strike="noStrike">
                <a:solidFill>
                  <a:srgbClr val="8A8D8D"/>
                </a:solidFill>
                <a:latin typeface="Arial"/>
                <a:ea typeface="Arial"/>
                <a:cs typeface="Arial"/>
                <a:sym typeface="Arial"/>
              </a:defRPr>
            </a:lvl7pPr>
            <a:lvl8pPr indent="0" lvl="7" marL="0" marR="0" rtl="0" algn="r">
              <a:spcBef>
                <a:spcPts val="0"/>
              </a:spcBef>
              <a:buNone/>
              <a:defRPr b="1" i="0" sz="1500" u="none" cap="none" strike="noStrike">
                <a:solidFill>
                  <a:srgbClr val="8A8D8D"/>
                </a:solidFill>
                <a:latin typeface="Arial"/>
                <a:ea typeface="Arial"/>
                <a:cs typeface="Arial"/>
                <a:sym typeface="Arial"/>
              </a:defRPr>
            </a:lvl8pPr>
            <a:lvl9pPr indent="0" lvl="8" marL="0" marR="0" rtl="0" algn="r">
              <a:spcBef>
                <a:spcPts val="0"/>
              </a:spcBef>
              <a:buNone/>
              <a:defRPr b="1" i="0" sz="1500" u="none" cap="none" strike="noStrike">
                <a:solidFill>
                  <a:srgbClr val="8A8D8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5"/>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chemeClr val="lt1"/>
              </a:buClr>
              <a:buSzPct val="100000"/>
              <a:buFont typeface="Arial"/>
              <a:buNone/>
            </a:pPr>
            <a:r>
              <a:rPr lang="en-US"/>
              <a:t>Research Question – </a:t>
            </a:r>
            <a:br>
              <a:rPr lang="en-US"/>
            </a:br>
            <a:r>
              <a:rPr lang="en-US" sz="4000"/>
              <a:t>Tutorial Presentation for Feedback</a:t>
            </a:r>
            <a:br>
              <a:rPr lang="en-US" sz="4000"/>
            </a:br>
            <a:r>
              <a:rPr lang="en-US" sz="2200"/>
              <a:t>Date: </a:t>
            </a:r>
            <a:br>
              <a:rPr lang="en-US" sz="8000"/>
            </a:br>
            <a:endParaRPr/>
          </a:p>
        </p:txBody>
      </p:sp>
      <p:sp>
        <p:nvSpPr>
          <p:cNvPr id="90" name="Google Shape;90;p15"/>
          <p:cNvSpPr txBox="1"/>
          <p:nvPr>
            <p:ph idx="1" type="subTitle"/>
          </p:nvPr>
        </p:nvSpPr>
        <p:spPr>
          <a:xfrm>
            <a:off x="954000" y="1890000"/>
            <a:ext cx="10031156" cy="360000"/>
          </a:xfrm>
          <a:prstGeom prst="rect">
            <a:avLst/>
          </a:prstGeom>
          <a:noFill/>
          <a:ln>
            <a:noFill/>
          </a:ln>
        </p:spPr>
        <p:txBody>
          <a:bodyPr anchorCtr="0" anchor="t" bIns="0" lIns="0" spcFirstLastPara="1" rIns="0" wrap="square" tIns="0">
            <a:noAutofit/>
          </a:bodyPr>
          <a:lstStyle/>
          <a:p>
            <a:pPr indent="0" lvl="0" marL="0" rtl="0" algn="l">
              <a:lnSpc>
                <a:spcPct val="144000"/>
              </a:lnSpc>
              <a:spcBef>
                <a:spcPts val="0"/>
              </a:spcBef>
              <a:spcAft>
                <a:spcPts val="0"/>
              </a:spcAft>
              <a:buClr>
                <a:schemeClr val="lt1"/>
              </a:buClr>
              <a:buSzPts val="2000"/>
              <a:buNone/>
            </a:pPr>
            <a:r>
              <a:rPr lang="en-US" sz="2000"/>
              <a:t>Group Name:                                                            Name of Student Presenting:</a:t>
            </a:r>
            <a:endParaRPr/>
          </a:p>
        </p:txBody>
      </p:sp>
      <p:sp>
        <p:nvSpPr>
          <p:cNvPr id="91" name="Google Shape;91;p15"/>
          <p:cNvSpPr txBox="1"/>
          <p:nvPr>
            <p:ph idx="11" type="ftr"/>
          </p:nvPr>
        </p:nvSpPr>
        <p:spPr>
          <a:xfrm>
            <a:off x="965289" y="274320"/>
            <a:ext cx="10455567" cy="736245"/>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7COM1079-2025  Student Group No:                    Names of Student Attendees  (all group should attend to get feedback):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6"/>
          <p:cNvSpPr txBox="1"/>
          <p:nvPr>
            <p:ph idx="1" type="subTitle"/>
          </p:nvPr>
        </p:nvSpPr>
        <p:spPr>
          <a:xfrm>
            <a:off x="109927" y="1411094"/>
            <a:ext cx="9753625" cy="230832"/>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203232"/>
              </a:buClr>
              <a:buSzPts val="3600"/>
              <a:buNone/>
            </a:pPr>
            <a:r>
              <a:rPr lang="en-US">
                <a:solidFill>
                  <a:srgbClr val="203232"/>
                </a:solidFill>
              </a:rPr>
              <a:t>Here is a sample of our dataset:</a:t>
            </a:r>
            <a:endParaRPr/>
          </a:p>
          <a:p>
            <a:pPr indent="0" lvl="0" marL="0" rtl="0" algn="l">
              <a:lnSpc>
                <a:spcPct val="80000"/>
              </a:lnSpc>
              <a:spcBef>
                <a:spcPts val="0"/>
              </a:spcBef>
              <a:spcAft>
                <a:spcPts val="0"/>
              </a:spcAft>
              <a:buClr>
                <a:srgbClr val="203232"/>
              </a:buClr>
              <a:buSzPts val="3600"/>
              <a:buNone/>
            </a:pPr>
            <a:r>
              <a:rPr lang="en-US">
                <a:solidFill>
                  <a:srgbClr val="203232"/>
                </a:solidFill>
              </a:rPr>
              <a:t> </a:t>
            </a:r>
            <a:endParaRPr sz="1800">
              <a:solidFill>
                <a:srgbClr val="FF0000"/>
              </a:solidFill>
            </a:endParaRPr>
          </a:p>
        </p:txBody>
      </p:sp>
      <p:sp>
        <p:nvSpPr>
          <p:cNvPr id="98" name="Google Shape;98;p16"/>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99" name="Google Shape;99;p16"/>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00" name="Google Shape;100;p16"/>
          <p:cNvSpPr txBox="1"/>
          <p:nvPr>
            <p:ph type="ctrTitle"/>
          </p:nvPr>
        </p:nvSpPr>
        <p:spPr>
          <a:xfrm>
            <a:off x="349770" y="2031166"/>
            <a:ext cx="6290873" cy="3415740"/>
          </a:xfrm>
          <a:prstGeom prst="rect">
            <a:avLst/>
          </a:prstGeom>
          <a:noFill/>
          <a:ln>
            <a:noFill/>
          </a:ln>
        </p:spPr>
        <p:txBody>
          <a:bodyPr anchorCtr="0" anchor="t" bIns="0" lIns="0" spcFirstLastPara="1" rIns="0" wrap="square" tIns="0">
            <a:normAutofit fontScale="90000"/>
          </a:bodyPr>
          <a:lstStyle/>
          <a:p>
            <a:pPr indent="0" lvl="0" marL="0" rtl="0" algn="l">
              <a:lnSpc>
                <a:spcPct val="150000"/>
              </a:lnSpc>
              <a:spcBef>
                <a:spcPts val="0"/>
              </a:spcBef>
              <a:spcAft>
                <a:spcPts val="0"/>
              </a:spcAft>
              <a:buClr>
                <a:srgbClr val="FF0000"/>
              </a:buClr>
              <a:buSzPct val="100000"/>
              <a:buFont typeface="Arial"/>
              <a:buNone/>
            </a:pPr>
            <a:r>
              <a:rPr b="0" lang="en-US" sz="2400">
                <a:solidFill>
                  <a:srgbClr val="FF0000"/>
                </a:solidFill>
                <a:latin typeface="Arial"/>
                <a:ea typeface="Arial"/>
                <a:cs typeface="Arial"/>
                <a:sym typeface="Arial"/>
              </a:rPr>
              <a:t>Dataset ID: Silver Prices Dataset (2013–2023)</a:t>
            </a:r>
            <a:br>
              <a:rPr b="0" lang="en-US" sz="2400">
                <a:solidFill>
                  <a:srgbClr val="FF0000"/>
                </a:solidFill>
                <a:latin typeface="Arial"/>
                <a:ea typeface="Arial"/>
                <a:cs typeface="Arial"/>
                <a:sym typeface="Arial"/>
              </a:rPr>
            </a:br>
            <a:r>
              <a:rPr b="0" lang="en-US" sz="2400">
                <a:solidFill>
                  <a:srgbClr val="FF0000"/>
                </a:solidFill>
                <a:latin typeface="Arial"/>
                <a:ea typeface="Arial"/>
                <a:cs typeface="Arial"/>
                <a:sym typeface="Arial"/>
              </a:rPr>
              <a:t>Total Rows: 2,481 daily observations  </a:t>
            </a:r>
            <a:br>
              <a:rPr b="0" lang="en-US" sz="2400">
                <a:solidFill>
                  <a:srgbClr val="FF0000"/>
                </a:solidFill>
                <a:latin typeface="Arial"/>
                <a:ea typeface="Arial"/>
                <a:cs typeface="Arial"/>
                <a:sym typeface="Arial"/>
              </a:rPr>
            </a:br>
            <a:r>
              <a:rPr b="0" lang="en-US" sz="2400">
                <a:solidFill>
                  <a:srgbClr val="FF0000"/>
                </a:solidFill>
                <a:latin typeface="Arial"/>
                <a:ea typeface="Arial"/>
                <a:cs typeface="Arial"/>
                <a:sym typeface="Arial"/>
              </a:rPr>
              <a:t>Variables used in our Research Question:</a:t>
            </a:r>
            <a:br>
              <a:rPr b="0" lang="en-US" sz="2400">
                <a:solidFill>
                  <a:srgbClr val="FF0000"/>
                </a:solidFill>
                <a:latin typeface="Arial"/>
                <a:ea typeface="Arial"/>
                <a:cs typeface="Arial"/>
                <a:sym typeface="Arial"/>
              </a:rPr>
            </a:br>
            <a:r>
              <a:rPr b="0" lang="en-US" sz="2400">
                <a:solidFill>
                  <a:srgbClr val="FF0000"/>
                </a:solidFill>
                <a:latin typeface="Arial"/>
                <a:ea typeface="Arial"/>
                <a:cs typeface="Arial"/>
                <a:sym typeface="Arial"/>
              </a:rPr>
              <a:t>Trading Volume (Independent variable – interval / measurement)</a:t>
            </a:r>
            <a:br>
              <a:rPr b="0" lang="en-US" sz="2400">
                <a:solidFill>
                  <a:srgbClr val="FF0000"/>
                </a:solidFill>
                <a:latin typeface="Arial"/>
                <a:ea typeface="Arial"/>
                <a:cs typeface="Arial"/>
                <a:sym typeface="Arial"/>
              </a:rPr>
            </a:br>
            <a:r>
              <a:rPr b="0" lang="en-US" sz="2400">
                <a:solidFill>
                  <a:srgbClr val="FF0000"/>
                </a:solidFill>
                <a:latin typeface="Arial"/>
                <a:ea typeface="Arial"/>
                <a:cs typeface="Arial"/>
                <a:sym typeface="Arial"/>
              </a:rPr>
              <a:t>Closing Price (USD/oz) (Dependent variable – interval / measurement)</a:t>
            </a:r>
            <a:br>
              <a:rPr lang="en-US" sz="1800">
                <a:solidFill>
                  <a:srgbClr val="FF0000"/>
                </a:solidFill>
              </a:rPr>
            </a:br>
            <a:br>
              <a:rPr lang="en-US" sz="1800">
                <a:solidFill>
                  <a:srgbClr val="FF0000"/>
                </a:solidFill>
              </a:rPr>
            </a:br>
            <a:br>
              <a:rPr lang="en-US" sz="1800">
                <a:solidFill>
                  <a:srgbClr val="FF0000"/>
                </a:solidFill>
              </a:rPr>
            </a:br>
            <a:br>
              <a:rPr lang="en-US" sz="1800">
                <a:solidFill>
                  <a:srgbClr val="FF0000"/>
                </a:solidFill>
              </a:rPr>
            </a:br>
            <a:endParaRPr sz="1800">
              <a:solidFill>
                <a:srgbClr val="FF0000"/>
              </a:solidFill>
            </a:endParaRPr>
          </a:p>
          <a:p>
            <a:pPr indent="0" lvl="0" marL="0" rtl="0" algn="l">
              <a:lnSpc>
                <a:spcPct val="444444"/>
              </a:lnSpc>
              <a:spcBef>
                <a:spcPts val="0"/>
              </a:spcBef>
              <a:spcAft>
                <a:spcPts val="0"/>
              </a:spcAft>
              <a:buClr>
                <a:schemeClr val="dk1"/>
              </a:buClr>
              <a:buSzPct val="100000"/>
              <a:buFont typeface="Arial"/>
              <a:buNone/>
            </a:pPr>
            <a:r>
              <a:t/>
            </a:r>
            <a:endParaRPr sz="1800">
              <a:solidFill>
                <a:srgbClr val="FF0000"/>
              </a:solidFill>
            </a:endParaRPr>
          </a:p>
        </p:txBody>
      </p:sp>
      <p:pic>
        <p:nvPicPr>
          <p:cNvPr descr="A screenshot of a computer&#10;&#10;AI-generated content may be incorrect." id="101" name="Google Shape;101;p16"/>
          <p:cNvPicPr preferRelativeResize="0"/>
          <p:nvPr/>
        </p:nvPicPr>
        <p:blipFill rotWithShape="1">
          <a:blip r:embed="rId3">
            <a:alphaModFix/>
          </a:blip>
          <a:srcRect b="0" l="0" r="0" t="0"/>
          <a:stretch/>
        </p:blipFill>
        <p:spPr>
          <a:xfrm>
            <a:off x="6167821" y="2116117"/>
            <a:ext cx="5479536" cy="35070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7"/>
          <p:cNvSpPr txBox="1"/>
          <p:nvPr>
            <p:ph idx="1" type="subTitle"/>
          </p:nvPr>
        </p:nvSpPr>
        <p:spPr>
          <a:xfrm>
            <a:off x="965288" y="1285092"/>
            <a:ext cx="10110240" cy="58802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Dataset </a:t>
            </a:r>
            <a:r>
              <a:rPr lang="en-US">
                <a:solidFill>
                  <a:srgbClr val="203232"/>
                </a:solidFill>
              </a:rPr>
              <a:t>ID</a:t>
            </a:r>
            <a:r>
              <a:rPr lang="en-US" sz="1600">
                <a:solidFill>
                  <a:srgbClr val="FF0000"/>
                </a:solidFill>
              </a:rPr>
              <a:t>:   </a:t>
            </a:r>
            <a:r>
              <a:rPr lang="en-US" sz="2400">
                <a:solidFill>
                  <a:srgbClr val="FF0000"/>
                </a:solidFill>
              </a:rPr>
              <a:t>(replace this text with your DSXXX number and filename)</a:t>
            </a:r>
            <a:endParaRPr/>
          </a:p>
        </p:txBody>
      </p:sp>
      <p:sp>
        <p:nvSpPr>
          <p:cNvPr id="108" name="Google Shape;108;p17"/>
          <p:cNvSpPr txBox="1"/>
          <p:nvPr>
            <p:ph idx="11" type="ftr"/>
          </p:nvPr>
        </p:nvSpPr>
        <p:spPr>
          <a:xfrm>
            <a:off x="965288" y="791022"/>
            <a:ext cx="9129687"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7COM1079-2025  Student Group No:                    Names of Student Group Attendees: </a:t>
            </a:r>
            <a:endParaRPr/>
          </a:p>
        </p:txBody>
      </p:sp>
      <p:sp>
        <p:nvSpPr>
          <p:cNvPr id="109" name="Google Shape;109;p17"/>
          <p:cNvSpPr txBox="1"/>
          <p:nvPr>
            <p:ph idx="12" type="sldNum"/>
          </p:nvPr>
        </p:nvSpPr>
        <p:spPr>
          <a:xfrm>
            <a:off x="10954512" y="555565"/>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2</a:t>
            </a:r>
            <a:endParaRPr/>
          </a:p>
        </p:txBody>
      </p:sp>
      <p:sp>
        <p:nvSpPr>
          <p:cNvPr id="110" name="Google Shape;110;p17"/>
          <p:cNvSpPr txBox="1"/>
          <p:nvPr>
            <p:ph type="ctrTitle"/>
          </p:nvPr>
        </p:nvSpPr>
        <p:spPr>
          <a:xfrm>
            <a:off x="965288" y="1873115"/>
            <a:ext cx="10974945" cy="280381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400"/>
              <a:buFont typeface="Calibri"/>
              <a:buNone/>
            </a:pPr>
            <a:r>
              <a:rPr b="0" lang="en-US" sz="2400">
                <a:latin typeface="Calibri"/>
                <a:ea typeface="Calibri"/>
                <a:cs typeface="Calibri"/>
                <a:sym typeface="Calibri"/>
              </a:rPr>
              <a:t>This dataset is interesting to us because it captures how global economic conditions, investor behaviour, and commodity market activity influence silver pricing dynamics.</a:t>
            </a:r>
            <a:br>
              <a:rPr b="0" lang="en-US" sz="2400">
                <a:latin typeface="Calibri"/>
                <a:ea typeface="Calibri"/>
                <a:cs typeface="Calibri"/>
                <a:sym typeface="Calibri"/>
              </a:rPr>
            </a:br>
            <a:br>
              <a:rPr b="0" lang="en-US" sz="2400">
                <a:latin typeface="Calibri"/>
                <a:ea typeface="Calibri"/>
                <a:cs typeface="Calibri"/>
                <a:sym typeface="Calibri"/>
              </a:rPr>
            </a:br>
            <a:r>
              <a:rPr b="0" lang="en-US" sz="2400">
                <a:latin typeface="Calibri"/>
                <a:ea typeface="Calibri"/>
                <a:cs typeface="Calibri"/>
                <a:sym typeface="Calibri"/>
              </a:rPr>
              <a:t>Our  Independent variable is : Trading Volume</a:t>
            </a:r>
            <a:br>
              <a:rPr b="0" lang="en-US" sz="2400">
                <a:latin typeface="Calibri"/>
                <a:ea typeface="Calibri"/>
                <a:cs typeface="Calibri"/>
                <a:sym typeface="Calibri"/>
              </a:rPr>
            </a:br>
            <a:r>
              <a:rPr b="0" lang="en-US" sz="2400">
                <a:latin typeface="Calibri"/>
                <a:ea typeface="Calibri"/>
                <a:cs typeface="Calibri"/>
                <a:sym typeface="Calibri"/>
              </a:rPr>
              <a:t>This  Independent variable datatype is : Interval (numeric)</a:t>
            </a:r>
            <a:br>
              <a:rPr b="0" lang="en-US" sz="2400">
                <a:latin typeface="Calibri"/>
                <a:ea typeface="Calibri"/>
                <a:cs typeface="Calibri"/>
                <a:sym typeface="Calibri"/>
              </a:rPr>
            </a:br>
            <a:r>
              <a:rPr b="0" lang="en-US" sz="2400">
                <a:latin typeface="Calibri"/>
                <a:ea typeface="Calibri"/>
                <a:cs typeface="Calibri"/>
                <a:sym typeface="Calibri"/>
              </a:rPr>
              <a:t>Our Dependent variable is: Closing Price (USD/oz)</a:t>
            </a:r>
            <a:br>
              <a:rPr b="0" lang="en-US" sz="2400">
                <a:latin typeface="Calibri"/>
                <a:ea typeface="Calibri"/>
                <a:cs typeface="Calibri"/>
                <a:sym typeface="Calibri"/>
              </a:rPr>
            </a:br>
            <a:r>
              <a:rPr b="0" lang="en-US" sz="2400">
                <a:solidFill>
                  <a:srgbClr val="FF0000"/>
                </a:solidFill>
                <a:latin typeface="Calibri"/>
                <a:ea typeface="Calibri"/>
                <a:cs typeface="Calibri"/>
                <a:sym typeface="Calibri"/>
              </a:rPr>
              <a:t> </a:t>
            </a:r>
            <a:r>
              <a:rPr b="0" lang="en-US" sz="2400">
                <a:latin typeface="Calibri"/>
                <a:ea typeface="Calibri"/>
                <a:cs typeface="Calibri"/>
                <a:sym typeface="Calibri"/>
              </a:rPr>
              <a:t>This Dependent variable datatype is : Interval (numeric)</a:t>
            </a:r>
            <a:endParaRPr b="0" sz="2400">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1" type="subTitle"/>
          </p:nvPr>
        </p:nvSpPr>
        <p:spPr>
          <a:xfrm>
            <a:off x="965289" y="1147638"/>
            <a:ext cx="9753625" cy="230832"/>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Our Research Question is</a:t>
            </a:r>
            <a:endParaRPr sz="1800">
              <a:solidFill>
                <a:srgbClr val="FF0000"/>
              </a:solidFill>
            </a:endParaRPr>
          </a:p>
        </p:txBody>
      </p:sp>
      <p:sp>
        <p:nvSpPr>
          <p:cNvPr id="117" name="Google Shape;117;p18"/>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18" name="Google Shape;118;p18"/>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19" name="Google Shape;119;p18"/>
          <p:cNvSpPr txBox="1"/>
          <p:nvPr>
            <p:ph type="ctrTitle"/>
          </p:nvPr>
        </p:nvSpPr>
        <p:spPr>
          <a:xfrm>
            <a:off x="965289" y="1842339"/>
            <a:ext cx="10961306" cy="4173064"/>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“Is there a significant correlation between the daily trading volume (independent variable) and the closing price of silver (dependent variable)?”</a:t>
            </a:r>
            <a:br>
              <a:rPr lang="en-US" sz="2400"/>
            </a:br>
            <a:r>
              <a:rPr lang="en-US" sz="2400"/>
              <a:t>This follows Template 1 (Correlation):“Is there a correlation between [dependent interval/ordinal variable] and [independent interval/ordinal variable]?”</a:t>
            </a:r>
            <a:br>
              <a:rPr lang="en-US" sz="2400"/>
            </a:br>
            <a:br>
              <a:rPr lang="en-US" sz="2400">
                <a:latin typeface="Calibri"/>
                <a:ea typeface="Calibri"/>
                <a:cs typeface="Calibri"/>
                <a:sym typeface="Calibri"/>
              </a:rPr>
            </a:br>
            <a:endParaRPr sz="24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idx="1" type="subTitle"/>
          </p:nvPr>
        </p:nvSpPr>
        <p:spPr>
          <a:xfrm>
            <a:off x="1142102" y="1903752"/>
            <a:ext cx="10406581" cy="4257206"/>
          </a:xfrm>
          <a:prstGeom prst="rect">
            <a:avLst/>
          </a:prstGeom>
          <a:noFill/>
          <a:ln>
            <a:noFill/>
          </a:ln>
        </p:spPr>
        <p:txBody>
          <a:bodyPr anchorCtr="0" anchor="t" bIns="0" lIns="0" spcFirstLastPara="1" rIns="0" wrap="square" tIns="0">
            <a:noAutofit/>
          </a:bodyPr>
          <a:lstStyle/>
          <a:p>
            <a:pPr indent="-457200" lvl="0" marL="457200" rtl="0" algn="just">
              <a:lnSpc>
                <a:spcPct val="100000"/>
              </a:lnSpc>
              <a:spcBef>
                <a:spcPts val="0"/>
              </a:spcBef>
              <a:spcAft>
                <a:spcPts val="0"/>
              </a:spcAft>
              <a:buClr>
                <a:schemeClr val="dk2"/>
              </a:buClr>
              <a:buSzPts val="2400"/>
              <a:buFont typeface="Arial"/>
              <a:buAutoNum type="arabicPeriod"/>
            </a:pPr>
            <a:r>
              <a:rPr b="0" lang="en-US" sz="2400">
                <a:latin typeface="Arial"/>
                <a:ea typeface="Arial"/>
                <a:cs typeface="Arial"/>
                <a:sym typeface="Arial"/>
              </a:rPr>
              <a:t>Null hypothesis (H</a:t>
            </a:r>
            <a:r>
              <a:rPr b="0" baseline="-25000" lang="en-US" sz="2400">
                <a:latin typeface="Arial"/>
                <a:ea typeface="Arial"/>
                <a:cs typeface="Arial"/>
                <a:sym typeface="Arial"/>
              </a:rPr>
              <a:t>0</a:t>
            </a:r>
            <a:r>
              <a:rPr b="0" lang="en-US" sz="2400">
                <a:latin typeface="Arial"/>
                <a:ea typeface="Arial"/>
                <a:cs typeface="Arial"/>
                <a:sym typeface="Arial"/>
              </a:rPr>
              <a:t>): </a:t>
            </a:r>
            <a:r>
              <a:rPr b="0" lang="en-US" sz="2400"/>
              <a:t>There is no correlation between trading volume (independent variable) and the closing price of silver (dependent variable).</a:t>
            </a:r>
            <a:endParaRPr b="0" sz="2400">
              <a:latin typeface="Arial"/>
              <a:ea typeface="Arial"/>
              <a:cs typeface="Arial"/>
              <a:sym typeface="Arial"/>
            </a:endParaRPr>
          </a:p>
          <a:p>
            <a:pPr indent="0" lvl="0" marL="0" rtl="0" algn="just">
              <a:lnSpc>
                <a:spcPct val="100000"/>
              </a:lnSpc>
              <a:spcBef>
                <a:spcPts val="992"/>
              </a:spcBef>
              <a:spcAft>
                <a:spcPts val="0"/>
              </a:spcAft>
              <a:buClr>
                <a:schemeClr val="dk2"/>
              </a:buClr>
              <a:buSzPts val="2400"/>
              <a:buNone/>
            </a:pPr>
            <a:r>
              <a:rPr b="0" lang="en-US" sz="2400">
                <a:latin typeface="Arial"/>
                <a:ea typeface="Arial"/>
                <a:cs typeface="Arial"/>
                <a:sym typeface="Arial"/>
              </a:rPr>
              <a:t>2. Alternative hypothesis (H</a:t>
            </a:r>
            <a:r>
              <a:rPr b="0" baseline="-25000" lang="en-US" sz="2400">
                <a:latin typeface="Arial"/>
                <a:ea typeface="Arial"/>
                <a:cs typeface="Arial"/>
                <a:sym typeface="Arial"/>
              </a:rPr>
              <a:t>1</a:t>
            </a:r>
            <a:r>
              <a:rPr b="0" lang="en-US" sz="2400">
                <a:latin typeface="Arial"/>
                <a:ea typeface="Arial"/>
                <a:cs typeface="Arial"/>
                <a:sym typeface="Arial"/>
              </a:rPr>
              <a:t>): </a:t>
            </a:r>
            <a:r>
              <a:rPr b="0" lang="en-US" sz="2400"/>
              <a:t>There is a correlation between trading volume (independent variable) and the closing price of silver (dependent variable).</a:t>
            </a:r>
            <a:endParaRPr b="0" sz="2400">
              <a:solidFill>
                <a:srgbClr val="FF0000"/>
              </a:solidFill>
              <a:latin typeface="Arial"/>
              <a:ea typeface="Arial"/>
              <a:cs typeface="Arial"/>
              <a:sym typeface="Arial"/>
            </a:endParaRPr>
          </a:p>
        </p:txBody>
      </p:sp>
      <p:sp>
        <p:nvSpPr>
          <p:cNvPr id="126" name="Google Shape;126;p19"/>
          <p:cNvSpPr txBox="1"/>
          <p:nvPr>
            <p:ph idx="12" type="sldNum"/>
          </p:nvPr>
        </p:nvSpPr>
        <p:spPr>
          <a:xfrm>
            <a:off x="11269543" y="284375"/>
            <a:ext cx="558281" cy="221244"/>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4</a:t>
            </a:r>
            <a:endParaRPr/>
          </a:p>
        </p:txBody>
      </p:sp>
      <p:sp>
        <p:nvSpPr>
          <p:cNvPr id="127" name="Google Shape;127;p19"/>
          <p:cNvSpPr txBox="1"/>
          <p:nvPr/>
        </p:nvSpPr>
        <p:spPr>
          <a:xfrm>
            <a:off x="1219187" y="1161898"/>
            <a:ext cx="9753625" cy="230832"/>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Hypotheses </a:t>
            </a:r>
            <a:endParaRPr b="1" i="0" sz="1800" u="none" cap="none" strike="noStrike">
              <a:solidFill>
                <a:srgbClr val="FF0000"/>
              </a:solidFill>
              <a:latin typeface="Arial"/>
              <a:ea typeface="Arial"/>
              <a:cs typeface="Arial"/>
              <a:sym typeface="Arial"/>
            </a:endParaRPr>
          </a:p>
        </p:txBody>
      </p:sp>
      <p:sp>
        <p:nvSpPr>
          <p:cNvPr id="128" name="Google Shape;128;p19"/>
          <p:cNvSpPr txBox="1"/>
          <p:nvPr/>
        </p:nvSpPr>
        <p:spPr>
          <a:xfrm>
            <a:off x="389743" y="512376"/>
            <a:ext cx="80796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PRE 7COM1079-2025  Student Group No: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idx="1" type="subTitle"/>
          </p:nvPr>
        </p:nvSpPr>
        <p:spPr>
          <a:xfrm>
            <a:off x="965289" y="1244184"/>
            <a:ext cx="9753625"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1 (Scatterplot)</a:t>
            </a:r>
            <a:endParaRPr>
              <a:solidFill>
                <a:srgbClr val="FF0000"/>
              </a:solidFill>
            </a:endParaRPr>
          </a:p>
        </p:txBody>
      </p:sp>
      <p:sp>
        <p:nvSpPr>
          <p:cNvPr id="135" name="Google Shape;135;p20"/>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36" name="Google Shape;136;p20"/>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37" name="Google Shape;137;p20"/>
          <p:cNvSpPr txBox="1"/>
          <p:nvPr>
            <p:ph type="ctrTitle"/>
          </p:nvPr>
        </p:nvSpPr>
        <p:spPr>
          <a:xfrm>
            <a:off x="960292" y="1841268"/>
            <a:ext cx="10961306" cy="501673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Scatterplot: Volume vs Closing Price</a:t>
            </a:r>
            <a:br>
              <a:rPr lang="en-US" sz="2400"/>
            </a:br>
            <a:r>
              <a:rPr lang="en-US" sz="2400"/>
              <a:t>The scatterplot visualises the relationship between trading volume (independent variable) and closing price (dependent variable). A linear trendline is included to help identify the direction and strength of association. The plot shows a weak but positive upward trend, consistent with our research question on correlation.</a:t>
            </a:r>
            <a:br>
              <a:rPr lang="en-US" sz="2400"/>
            </a:br>
            <a:br>
              <a:rPr lang="en-US" sz="2400"/>
            </a:br>
            <a:br>
              <a:rPr lang="en-US" sz="2400">
                <a:latin typeface="Calibri"/>
                <a:ea typeface="Calibri"/>
                <a:cs typeface="Calibri"/>
                <a:sym typeface="Calibri"/>
              </a:rPr>
            </a:br>
            <a:endParaRPr sz="24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idx="1" type="subTitle"/>
          </p:nvPr>
        </p:nvSpPr>
        <p:spPr>
          <a:xfrm>
            <a:off x="965289" y="1244184"/>
            <a:ext cx="9753625"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1 (Scatterplot Code)</a:t>
            </a:r>
            <a:endParaRPr>
              <a:solidFill>
                <a:srgbClr val="FF0000"/>
              </a:solidFill>
            </a:endParaRPr>
          </a:p>
        </p:txBody>
      </p:sp>
      <p:sp>
        <p:nvSpPr>
          <p:cNvPr id="144" name="Google Shape;144;p21"/>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45" name="Google Shape;145;p21"/>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pic>
        <p:nvPicPr>
          <p:cNvPr descr="A computer screen shot of a number of text&#10;&#10;AI-generated content may be incorrect." id="146" name="Google Shape;146;p21"/>
          <p:cNvPicPr preferRelativeResize="0"/>
          <p:nvPr/>
        </p:nvPicPr>
        <p:blipFill rotWithShape="1">
          <a:blip r:embed="rId3">
            <a:alphaModFix/>
          </a:blip>
          <a:srcRect b="0" l="0" r="0" t="0"/>
          <a:stretch/>
        </p:blipFill>
        <p:spPr>
          <a:xfrm>
            <a:off x="1276702" y="1841268"/>
            <a:ext cx="8239257" cy="32228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idx="1" type="subTitle"/>
          </p:nvPr>
        </p:nvSpPr>
        <p:spPr>
          <a:xfrm>
            <a:off x="965289" y="1244184"/>
            <a:ext cx="9753625"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1 (Scatterplot)</a:t>
            </a:r>
            <a:endParaRPr>
              <a:solidFill>
                <a:srgbClr val="FF0000"/>
              </a:solidFill>
            </a:endParaRPr>
          </a:p>
        </p:txBody>
      </p:sp>
      <p:sp>
        <p:nvSpPr>
          <p:cNvPr id="153" name="Google Shape;153;p22"/>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54" name="Google Shape;154;p22"/>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pic>
        <p:nvPicPr>
          <p:cNvPr descr="A graph showing a line and a blue line&#10;&#10;AI-generated content may be incorrect." id="155" name="Google Shape;155;p22"/>
          <p:cNvPicPr preferRelativeResize="0"/>
          <p:nvPr/>
        </p:nvPicPr>
        <p:blipFill rotWithShape="1">
          <a:blip r:embed="rId3">
            <a:alphaModFix/>
          </a:blip>
          <a:srcRect b="0" l="0" r="0" t="0"/>
          <a:stretch/>
        </p:blipFill>
        <p:spPr>
          <a:xfrm>
            <a:off x="3222885" y="1841267"/>
            <a:ext cx="7283332" cy="389996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2 (Histogram + Normal Curve)</a:t>
            </a:r>
            <a:endParaRPr>
              <a:solidFill>
                <a:srgbClr val="FF0000"/>
              </a:solidFill>
            </a:endParaRPr>
          </a:p>
        </p:txBody>
      </p:sp>
      <p:sp>
        <p:nvSpPr>
          <p:cNvPr id="162" name="Google Shape;162;p23"/>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63" name="Google Shape;163;p23"/>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64" name="Google Shape;164;p23"/>
          <p:cNvSpPr txBox="1"/>
          <p:nvPr>
            <p:ph type="ctrTitle"/>
          </p:nvPr>
        </p:nvSpPr>
        <p:spPr>
          <a:xfrm>
            <a:off x="932813" y="2006160"/>
            <a:ext cx="10961306" cy="501673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Histogram of Daily Closing Prices</a:t>
            </a:r>
            <a:br>
              <a:rPr lang="en-US" sz="2400"/>
            </a:br>
            <a:r>
              <a:rPr lang="en-US" sz="2400"/>
              <a:t>This histogram shows the frequency distribution of the dependent variable, Closing Price, with a normal curve overlay. The distribution is moderately skewed but still suitable for a Pearson correlation test due to the large sample size (n = 2476).</a:t>
            </a:r>
            <a:br>
              <a:rPr lang="en-US" sz="2400"/>
            </a:br>
            <a:br>
              <a:rPr lang="en-US" sz="2400"/>
            </a:br>
            <a:br>
              <a:rPr lang="en-US" sz="2400"/>
            </a:br>
            <a:br>
              <a:rPr lang="en-US" sz="2400">
                <a:latin typeface="Calibri"/>
                <a:ea typeface="Calibri"/>
                <a:cs typeface="Calibri"/>
                <a:sym typeface="Calibri"/>
              </a:rPr>
            </a:br>
            <a:endParaRPr sz="240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2 (Histogram Code)</a:t>
            </a:r>
            <a:endParaRPr>
              <a:solidFill>
                <a:srgbClr val="FF0000"/>
              </a:solidFill>
            </a:endParaRPr>
          </a:p>
        </p:txBody>
      </p:sp>
      <p:sp>
        <p:nvSpPr>
          <p:cNvPr id="171" name="Google Shape;171;p24"/>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72" name="Google Shape;172;p24"/>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pic>
        <p:nvPicPr>
          <p:cNvPr descr="A computer screen shot of a program code&#10;&#10;AI-generated content may be incorrect." id="173" name="Google Shape;173;p24"/>
          <p:cNvPicPr preferRelativeResize="0"/>
          <p:nvPr/>
        </p:nvPicPr>
        <p:blipFill rotWithShape="1">
          <a:blip r:embed="rId3">
            <a:alphaModFix/>
          </a:blip>
          <a:srcRect b="0" l="0" r="0" t="0"/>
          <a:stretch/>
        </p:blipFill>
        <p:spPr>
          <a:xfrm>
            <a:off x="1903401" y="1873771"/>
            <a:ext cx="6551050" cy="34777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idx="1" type="subTitle"/>
          </p:nvPr>
        </p:nvSpPr>
        <p:spPr>
          <a:xfrm>
            <a:off x="965289" y="1244184"/>
            <a:ext cx="10273911"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Visualisation Part 2 (Histogram + Normal Curve)</a:t>
            </a:r>
            <a:endParaRPr>
              <a:solidFill>
                <a:srgbClr val="FF0000"/>
              </a:solidFill>
            </a:endParaRPr>
          </a:p>
        </p:txBody>
      </p:sp>
      <p:sp>
        <p:nvSpPr>
          <p:cNvPr id="180" name="Google Shape;180;p25"/>
          <p:cNvSpPr txBox="1"/>
          <p:nvPr>
            <p:ph idx="11" type="ftr"/>
          </p:nvPr>
        </p:nvSpPr>
        <p:spPr>
          <a:xfrm>
            <a:off x="965289"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81" name="Google Shape;181;p25"/>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82" name="Google Shape;182;p25"/>
          <p:cNvSpPr/>
          <p:nvPr/>
        </p:nvSpPr>
        <p:spPr>
          <a:xfrm>
            <a:off x="5943599" y="148653"/>
            <a:ext cx="3432747" cy="343274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A graph of a number of blue and gray bars&#10;&#10;AI-generated content may be incorrect." id="183" name="Google Shape;183;p25"/>
          <p:cNvPicPr preferRelativeResize="0"/>
          <p:nvPr/>
        </p:nvPicPr>
        <p:blipFill rotWithShape="1">
          <a:blip r:embed="rId3">
            <a:alphaModFix/>
          </a:blip>
          <a:srcRect b="0" l="0" r="0" t="0"/>
          <a:stretch/>
        </p:blipFill>
        <p:spPr>
          <a:xfrm>
            <a:off x="3316891" y="1802968"/>
            <a:ext cx="6291804" cy="44582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 Analysis: Statistical Test</a:t>
            </a:r>
            <a:endParaRPr>
              <a:solidFill>
                <a:srgbClr val="FF0000"/>
              </a:solidFill>
            </a:endParaRPr>
          </a:p>
        </p:txBody>
      </p:sp>
      <p:sp>
        <p:nvSpPr>
          <p:cNvPr id="190" name="Google Shape;190;p26"/>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191" name="Google Shape;191;p26"/>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192" name="Google Shape;192;p26"/>
          <p:cNvSpPr txBox="1"/>
          <p:nvPr>
            <p:ph type="ctrTitle"/>
          </p:nvPr>
        </p:nvSpPr>
        <p:spPr>
          <a:xfrm>
            <a:off x="932813" y="2006160"/>
            <a:ext cx="10961306" cy="501673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Statistical Test Used</a:t>
            </a:r>
            <a:br>
              <a:rPr lang="en-US" sz="2400"/>
            </a:br>
            <a:r>
              <a:rPr lang="en-US" sz="2400"/>
              <a:t>We use Pearson’s correlation coefficient because both the independent and dependent variables are continuous interval-level measures. Pearson’s r is appropriate for examining linear relationships and is widely used in financial time-series analysis.</a:t>
            </a:r>
            <a:br>
              <a:rPr lang="en-US" sz="2400"/>
            </a:br>
            <a:br>
              <a:rPr lang="en-US" sz="2400"/>
            </a:br>
            <a:br>
              <a:rPr lang="en-US" sz="2400"/>
            </a:br>
            <a:br>
              <a:rPr lang="en-US" sz="2400"/>
            </a:br>
            <a:br>
              <a:rPr lang="en-US" sz="2400">
                <a:latin typeface="Calibri"/>
                <a:ea typeface="Calibri"/>
                <a:cs typeface="Calibri"/>
                <a:sym typeface="Calibri"/>
              </a:rPr>
            </a:br>
            <a:endParaRPr sz="2400">
              <a:solidFill>
                <a:srgbClr val="FF0000"/>
              </a:solidFill>
            </a:endParaRPr>
          </a:p>
        </p:txBody>
      </p:sp>
      <p:pic>
        <p:nvPicPr>
          <p:cNvPr id="193" name="Google Shape;193;p26"/>
          <p:cNvPicPr preferRelativeResize="0"/>
          <p:nvPr/>
        </p:nvPicPr>
        <p:blipFill rotWithShape="1">
          <a:blip r:embed="rId3">
            <a:alphaModFix/>
          </a:blip>
          <a:srcRect b="0" l="0" r="0" t="0"/>
          <a:stretch/>
        </p:blipFill>
        <p:spPr>
          <a:xfrm>
            <a:off x="1290209" y="4555747"/>
            <a:ext cx="9948991" cy="64583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 Statistical Output &amp; Interpretation</a:t>
            </a:r>
            <a:endParaRPr>
              <a:solidFill>
                <a:srgbClr val="FF0000"/>
              </a:solidFill>
            </a:endParaRPr>
          </a:p>
        </p:txBody>
      </p:sp>
      <p:sp>
        <p:nvSpPr>
          <p:cNvPr id="200" name="Google Shape;200;p27"/>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201" name="Google Shape;201;p27"/>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202" name="Google Shape;202;p27"/>
          <p:cNvSpPr txBox="1"/>
          <p:nvPr>
            <p:ph type="ctrTitle"/>
          </p:nvPr>
        </p:nvSpPr>
        <p:spPr>
          <a:xfrm>
            <a:off x="932813" y="2006160"/>
            <a:ext cx="10961306" cy="501673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Pearson’s r: 0.1078</a:t>
            </a:r>
            <a:br>
              <a:rPr lang="en-US" sz="2400"/>
            </a:br>
            <a:r>
              <a:rPr lang="en-US" sz="2400"/>
              <a:t>p-value: 7.527e-08</a:t>
            </a:r>
            <a:br>
              <a:rPr lang="en-US" sz="2400"/>
            </a:br>
            <a:r>
              <a:rPr lang="en-US" sz="2400"/>
              <a:t>95% CI: 0.0687 – 0.1466</a:t>
            </a:r>
            <a:br>
              <a:rPr lang="en-US" sz="2400"/>
            </a:br>
            <a:r>
              <a:rPr lang="en-US" sz="2400"/>
              <a:t>Decision: p &lt; 0.05 → We reject the null hypothesis.</a:t>
            </a:r>
            <a:br>
              <a:rPr lang="en-US" sz="2400"/>
            </a:br>
            <a:br>
              <a:rPr lang="en-US" sz="2400"/>
            </a:br>
            <a:br>
              <a:rPr lang="en-US" sz="2400"/>
            </a:br>
            <a:br>
              <a:rPr lang="en-US" sz="2400"/>
            </a:br>
            <a:br>
              <a:rPr lang="en-US" sz="2400"/>
            </a:br>
            <a:br>
              <a:rPr lang="en-US" sz="2400">
                <a:latin typeface="Calibri"/>
                <a:ea typeface="Calibri"/>
                <a:cs typeface="Calibri"/>
                <a:sym typeface="Calibri"/>
              </a:rPr>
            </a:br>
            <a:endParaRPr sz="2400">
              <a:solidFill>
                <a:srgbClr val="FF0000"/>
              </a:solidFill>
            </a:endParaRPr>
          </a:p>
        </p:txBody>
      </p:sp>
      <p:pic>
        <p:nvPicPr>
          <p:cNvPr descr="A screenshot of a computer program&#10;&#10;AI-generated content may be incorrect." id="203" name="Google Shape;203;p27"/>
          <p:cNvPicPr preferRelativeResize="0"/>
          <p:nvPr/>
        </p:nvPicPr>
        <p:blipFill rotWithShape="1">
          <a:blip r:embed="rId3">
            <a:alphaModFix/>
          </a:blip>
          <a:srcRect b="0" l="0" r="0" t="0"/>
          <a:stretch/>
        </p:blipFill>
        <p:spPr>
          <a:xfrm>
            <a:off x="4257206" y="4119756"/>
            <a:ext cx="6715564" cy="268831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 Statistical Output &amp; Interpretation</a:t>
            </a:r>
            <a:endParaRPr>
              <a:solidFill>
                <a:srgbClr val="FF0000"/>
              </a:solidFill>
            </a:endParaRPr>
          </a:p>
        </p:txBody>
      </p:sp>
      <p:sp>
        <p:nvSpPr>
          <p:cNvPr id="210" name="Google Shape;210;p28"/>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211" name="Google Shape;211;p28"/>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212" name="Google Shape;212;p28"/>
          <p:cNvSpPr txBox="1"/>
          <p:nvPr>
            <p:ph type="ctrTitle"/>
          </p:nvPr>
        </p:nvSpPr>
        <p:spPr>
          <a:xfrm>
            <a:off x="932813" y="2006160"/>
            <a:ext cx="10961306" cy="501673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Interpretation:</a:t>
            </a:r>
            <a:br>
              <a:rPr lang="en-US" sz="2400"/>
            </a:br>
            <a:r>
              <a:rPr lang="en-US" sz="2400"/>
              <a:t>Although the correlation is weak (r ≈ 0.11), it is statistically significant. This suggests that higher trading volumes are modestly associated with higher silver closing prices. In financial markets, even weak correlations can indicate meaningful behavioural patterns among investors.</a:t>
            </a:r>
            <a:br>
              <a:rPr lang="en-US" sz="2400"/>
            </a:br>
            <a:br>
              <a:rPr lang="en-US" sz="2400"/>
            </a:br>
            <a:br>
              <a:rPr lang="en-US" sz="2400"/>
            </a:br>
            <a:br>
              <a:rPr lang="en-US" sz="2400"/>
            </a:br>
            <a:br>
              <a:rPr lang="en-US" sz="2400"/>
            </a:br>
            <a:br>
              <a:rPr lang="en-US" sz="2400"/>
            </a:br>
            <a:br>
              <a:rPr lang="en-US" sz="2400">
                <a:latin typeface="Calibri"/>
                <a:ea typeface="Calibri"/>
                <a:cs typeface="Calibri"/>
                <a:sym typeface="Calibri"/>
              </a:rPr>
            </a:br>
            <a:endParaRPr sz="24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idx="1" type="subTitle"/>
          </p:nvPr>
        </p:nvSpPr>
        <p:spPr>
          <a:xfrm>
            <a:off x="680476" y="1394085"/>
            <a:ext cx="10067472" cy="374754"/>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dk2"/>
              </a:buClr>
              <a:buSzPts val="3600"/>
              <a:buNone/>
            </a:pPr>
            <a:r>
              <a:rPr lang="en-US"/>
              <a:t> Conclusion</a:t>
            </a:r>
            <a:endParaRPr>
              <a:solidFill>
                <a:srgbClr val="FF0000"/>
              </a:solidFill>
            </a:endParaRPr>
          </a:p>
        </p:txBody>
      </p:sp>
      <p:sp>
        <p:nvSpPr>
          <p:cNvPr id="219" name="Google Shape;219;p29"/>
          <p:cNvSpPr txBox="1"/>
          <p:nvPr>
            <p:ph idx="11" type="ftr"/>
          </p:nvPr>
        </p:nvSpPr>
        <p:spPr>
          <a:xfrm>
            <a:off x="932813" y="791022"/>
            <a:ext cx="7176911" cy="23083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a:t>PRE 7COM1079-2025  Student Group No:  ?????</a:t>
            </a:r>
            <a:endParaRPr/>
          </a:p>
        </p:txBody>
      </p:sp>
      <p:sp>
        <p:nvSpPr>
          <p:cNvPr id="220" name="Google Shape;220;p29"/>
          <p:cNvSpPr txBox="1"/>
          <p:nvPr>
            <p:ph idx="12" type="sldNum"/>
          </p:nvPr>
        </p:nvSpPr>
        <p:spPr>
          <a:xfrm>
            <a:off x="10616400" y="791022"/>
            <a:ext cx="622800" cy="230832"/>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3</a:t>
            </a:r>
            <a:endParaRPr/>
          </a:p>
        </p:txBody>
      </p:sp>
      <p:sp>
        <p:nvSpPr>
          <p:cNvPr id="221" name="Google Shape;221;p29"/>
          <p:cNvSpPr txBox="1"/>
          <p:nvPr>
            <p:ph type="ctrTitle"/>
          </p:nvPr>
        </p:nvSpPr>
        <p:spPr>
          <a:xfrm>
            <a:off x="932813" y="1768840"/>
            <a:ext cx="11059318" cy="2173573"/>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1"/>
              </a:buClr>
              <a:buSzPts val="2400"/>
              <a:buFont typeface="Arial"/>
              <a:buNone/>
            </a:pPr>
            <a:r>
              <a:rPr lang="en-US" sz="2400"/>
              <a:t>The relationship between trading volume and silver price is weak but statistically significant.</a:t>
            </a:r>
            <a:br>
              <a:rPr lang="en-US" sz="2400"/>
            </a:br>
            <a:r>
              <a:rPr lang="en-US" sz="2400"/>
              <a:t>This supports our research question and allows us to reject H₀.</a:t>
            </a:r>
            <a:br>
              <a:rPr lang="en-US" sz="2400"/>
            </a:br>
            <a:r>
              <a:rPr lang="en-US" sz="2400"/>
              <a:t>The findings align with previous literature showing volume as a mild indicator of price movements in commodities markets.</a:t>
            </a:r>
            <a:br>
              <a:rPr lang="en-US" sz="2400"/>
            </a:br>
            <a:r>
              <a:rPr lang="en-US" sz="2400"/>
              <a:t>Future work could analyse non-linear models or include additional variables (e.g., volatility, global economic indicators).</a:t>
            </a:r>
            <a:br>
              <a:rPr lang="en-US" sz="2400"/>
            </a:br>
            <a:br>
              <a:rPr lang="en-US" sz="2400"/>
            </a:br>
            <a:br>
              <a:rPr lang="en-US" sz="2400"/>
            </a:br>
            <a:br>
              <a:rPr lang="en-US" sz="2400"/>
            </a:br>
            <a:br>
              <a:rPr lang="en-US" sz="2400"/>
            </a:br>
            <a:br>
              <a:rPr lang="en-US" sz="2400"/>
            </a:br>
            <a:br>
              <a:rPr lang="en-US" sz="2400"/>
            </a:br>
            <a:br>
              <a:rPr lang="en-US" sz="2400"/>
            </a:br>
            <a:br>
              <a:rPr lang="en-US" sz="2400">
                <a:latin typeface="Calibri"/>
                <a:ea typeface="Calibri"/>
                <a:cs typeface="Calibri"/>
                <a:sym typeface="Calibri"/>
              </a:rPr>
            </a:br>
            <a:endParaRPr sz="240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idx="12" type="sldNum"/>
          </p:nvPr>
        </p:nvSpPr>
        <p:spPr>
          <a:xfrm>
            <a:off x="11269543" y="284375"/>
            <a:ext cx="558281" cy="221244"/>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a:t>4</a:t>
            </a:r>
            <a:endParaRPr/>
          </a:p>
        </p:txBody>
      </p:sp>
      <p:sp>
        <p:nvSpPr>
          <p:cNvPr id="228" name="Google Shape;228;p30"/>
          <p:cNvSpPr txBox="1"/>
          <p:nvPr>
            <p:ph type="ctrTitle"/>
          </p:nvPr>
        </p:nvSpPr>
        <p:spPr>
          <a:xfrm>
            <a:off x="953999" y="2579715"/>
            <a:ext cx="10031157" cy="2160000"/>
          </a:xfrm>
          <a:prstGeom prst="rect">
            <a:avLst/>
          </a:prstGeom>
          <a:noFill/>
          <a:ln>
            <a:noFill/>
          </a:ln>
        </p:spPr>
        <p:txBody>
          <a:bodyPr anchorCtr="0" anchor="t" bIns="0" lIns="0" spcFirstLastPara="1" rIns="0" wrap="square" tIns="0">
            <a:normAutofit/>
          </a:bodyPr>
          <a:lstStyle/>
          <a:p>
            <a:pPr indent="0" lvl="0" marL="0" rtl="0" algn="l">
              <a:lnSpc>
                <a:spcPct val="106666"/>
              </a:lnSpc>
              <a:spcBef>
                <a:spcPts val="0"/>
              </a:spcBef>
              <a:spcAft>
                <a:spcPts val="0"/>
              </a:spcAft>
              <a:buClr>
                <a:schemeClr val="dk1"/>
              </a:buClr>
              <a:buSzPts val="75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